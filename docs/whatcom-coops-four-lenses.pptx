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521207"/>
            <a:ext cx="6519672" cy="381558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292608" cy="2926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7" y="1143000"/>
            <a:ext cx="292608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8176" y="1143000"/>
            <a:ext cx="292608" cy="292608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92224" y="1143000"/>
            <a:ext cx="292608" cy="29260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76272" y="1143000"/>
            <a:ext cx="292608" cy="292608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143000"/>
            <a:ext cx="292608" cy="292608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Co-ops of</a:t>
            </a:r>
          </a:p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Whatcom County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One dataset, four RCN lenses: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Map · Graph · Timeline ·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22 organisations · 21 sourced ties · contacts checked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35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549A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file of co-ops, read four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C0392B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organisations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Every co-op we could verify in Whatcom, plus two Skagit bodies that built Whatcom-serving co-ops.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A7A4A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sourced 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Membership, money, trade, and “built or helped build”. A line only where a public source says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00200"/>
            <a:ext cx="265176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563EB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kinds of co-op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Worker, consumer / credit union, producer, social, development support, network.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600200"/>
            <a:ext cx="2651760" cy="73152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D4A017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reachable by phone or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Websites, phones and named leaders, each checked against the organisation’s own site where it could be read.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D4549A"/>
                </a:solidFill>
                <a:latin typeface="Calibri"/>
              </a:rPr>
              <a:t>WHERE EACH LENS GETS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Map — the issue file tools/issue-data/whatcom-wa--cooperatives.json: points, ties, kinds, contact block.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Graph Tool — the Map’s “Open in Graph Tool” button, then laid out by hand (the layout shown is Marc’s).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Timeline — tools/whatcom-coops-timeline.json: when each co-op began, converted or merged.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Table — Neo4j database whatcomcoops, loaded from the same issue file by substrate/load_coops.py.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Where the co-ops are, and who is tied to whom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map-coun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dot is a co-op, coloured by kind — the legend is top left.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Lines are ties with a public source: dotted pink for network membership, gold for money, green for trade, dashed purple for “built or helped build”.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Most co-ops sit in Bellingham; the farm co-ops run out to Lynden, Everson and Acme, and two ties reach south to Mount Vernon.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Map, issue “Co-ops of Whatcom County”, light basemap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HOVER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Hover a co-op: its website, phone and lead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map-h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Downtown Bellingham, zoomed in: the Food Co-op is the hub for money and trade; the pink dotted lines fan out from Cascade Cooperatives to its members.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Hovering shows the short form — site, phone, first named person.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Where a contact is doubtful, the hover says so in amber before anyone relies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hover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POPUP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for the full record, with where it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map-pop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Website, phone, address and named people, then the research notes.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“Checked Sep 2026 · communityfood.coop /contact” — every contact says when and from which page it was read.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same fields travel to the Graph Tool as node properties and to Neo4j as columns.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popup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8E5CC4"/>
                </a:solidFill>
                <a:latin typeface="Calibri"/>
              </a:rPr>
              <a:t>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same ties as a diagram, laid out by the person who reads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5CC4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Marc’s layout: Cascade Cooperatives at the centre of its members, the Food Co-op at the centre of money and trade.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Four large organisations — WECU, REI, Darigold, CHS — have no documented tie to the rest. That empty corner is a finding, not a gap in the drawing.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Colours and line styles come from the legend, so the diagram and the map say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Graph Tool v22, file Co-ops-of-Whatcom-County (1).json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century of co-ops, from the 1918 dairymen to the 2023 worker co-ops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timeline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three credit unions — WECU (1936), North Coast (1939), Industrial (1941) — head the list; only Darigold’s Lynden roots (1918), further down, are older.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Grey bars are what a co-op was before: A-1 Builders ran as a conventional firm from 1955 until its worker buyout in 2017.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Swipe up and down to scroll the 29 rows; the date axis stays pinned.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Fit, top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 — SINCE 2000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recent wave: development bodies, then the co-ops they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timeline-rec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NWCDC, C2C and NABC were working before the co-ops they helped start.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Purple links show a tie running during both lives: NABC’s USDA-grant help sits inside the meat co-op’s organising years.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Cascade Cooperatives began in 2014 as the Co-op Education Project and was renamed in 2019.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 zoomed to 2000–2028, scrolled to the lower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In Neo4j: 22 rows, one per co-op, live from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Database whatcomcoops, kind Coop — the footer says “live records”.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Pick the columns: here founded, people and phone.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inspector shows the whole row, warnings included: Cascadia Deaf Nation’s website currently answers “Payment Required”.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Table, ?db=whatcomcoops&amp;kind=Coop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 —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database draws its own map: 22 points, 21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8055864" cy="47373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-tabl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8001000" cy="4682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Table’s Map button reads location and ties straight from Neo4j, with no issue file.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Same network, plainer picture: the database holds the facts, and colour belongs to each lens.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This is the check that the load lost nothing: 22 located, 21 links.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55287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rcn-table-map.html?db=whatcomcoops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A017"/>
                </a:solidFill>
                <a:latin typeface="Calibri"/>
              </a:rPr>
              <a:t>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What the contact check found — and what to verify before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CORRECTED IN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Community to Community has moved: 1319 Cornwall Ave, Suite 101 (the map pin is moved).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Cascade Cooperatives incorporated in January 2022, not 2019; it began in 2014 as the Co-op Education Project.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CHS Northwest in Lynden is at 402 Main St.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Industrial Credit Union’s website is industrialcu.com.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Yellow Cab Co-op has its own site, yellowcabcoop.com.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10896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VERIFY BEFORE RELYING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Community Media Cooperative — media-coop.com no longer resolves; it may have closed.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Cascadia Deaf Nation — website answers “Payment Required”; it may have lapsed.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Bellingham Bay Builders — only the 2004 founders are published, not the current owner-members.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WestEdge CU, Yellow Cab Co-op, Circle of Life, CHS — no leader named on their own sites.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Tierra y Libertad — no website of its own; reach it through C2C.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Every contact carries “Checked Sep 2026” and the page it was read from. Phones and names change; the date says how far to trust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One dataset, four lenses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—  Map: open the RCN Map and choose the “Co-ops of Whatcom County” issue — hover any dot for its contact.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—  Graph: “Open in Graph Tool” from the map legend, or load Co-ops-of-Whatcom-County (1).json.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—  Timeline: import tools/whatcom-coops-timeline.json into the RCN Timeline.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—  Table: rcn-table.html?db=whatcomcoops&amp;kind=Coop, with substrate/api.py running.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—  To change the data, edit the issue file, then re-run substrate/load_coops.py so Neo4j matches.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94A3B8"/>
                </a:solidFill>
                <a:latin typeface="Calibri"/>
              </a:rPr>
              <a:t>A line means a public source was found. No line means no tie was found, not that none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