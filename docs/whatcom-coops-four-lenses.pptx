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-grap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21207"/>
            <a:ext cx="6519672" cy="3815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92608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7" y="1143000"/>
            <a:ext cx="292608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8176" y="1143000"/>
            <a:ext cx="292608" cy="292608"/>
          </a:xfrm>
          <a:prstGeom prst="rect">
            <a:avLst/>
          </a:prstGeom>
          <a:solidFill>
            <a:srgbClr val="8E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143000"/>
            <a:ext cx="292608" cy="29260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1143000"/>
            <a:ext cx="292608" cy="292608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143000"/>
            <a:ext cx="292608" cy="292608"/>
          </a:xfrm>
          <a:prstGeom prst="rect">
            <a:avLst/>
          </a:prstGeom>
          <a:solidFill>
            <a:srgbClr val="D45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Co-ops of</a:t>
            </a:r>
          </a:p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Whatcom County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CBD5E1"/>
                </a:solidFill>
                <a:latin typeface="Calibri"/>
              </a:rPr>
              <a:t>One dataset, four RCN lenses —</a:t>
            </a:r>
          </a:p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CBD5E1"/>
                </a:solidFill>
                <a:latin typeface="Calibri"/>
              </a:rPr>
              <a:t>Map · Graph · Timeline · Table —</a:t>
            </a:r>
          </a:p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CBD5E1"/>
                </a:solidFill>
                <a:latin typeface="Calibri"/>
              </a:rPr>
              <a:t>and a FedWiki page for every co-op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22 organisations · 21 sourced ties · contacts checked Sep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BD5E1"/>
                </a:solidFill>
                <a:latin typeface="Calibri"/>
              </a:rPr>
              <a:t>Marc Pierson with Claude Opus 5.5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82296" cy="274320"/>
          </a:xfrm>
          <a:prstGeom prst="rect">
            <a:avLst/>
          </a:prstGeom>
          <a:solidFill>
            <a:srgbClr val="D45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D4549A"/>
                </a:solidFill>
                <a:latin typeface="Calibri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One file of co-ops, read four 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265176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C0392B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organisations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Every co-op we could verify in Whatcom, plus two Skagit bodies that built Whatcom-serving co-ops.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0020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600200"/>
            <a:ext cx="2651760" cy="73152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7830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A7A4A"/>
                </a:solidFill>
                <a:latin typeface="Calibri"/>
              </a:rP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14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sourced 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10896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Membership, money, trade, and “built or helped build”. A line only where a public source says so.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0020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00200"/>
            <a:ext cx="26517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7830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563EB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14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kinds of co-op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0896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Worker, consumer / credit union, producer, social, development support, network.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60020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600200"/>
            <a:ext cx="2651760" cy="7315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7830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D4A017"/>
                </a:solidFill>
                <a:latin typeface="Calibri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514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reachable by phone or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10896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Websites, phones and named leaders, each checked against the organisation’s own site where it could be read.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4549A"/>
                </a:solidFill>
                <a:latin typeface="Calibri"/>
              </a:rPr>
              <a:t>WHERE EACH LENS GETS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0916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Calibri"/>
              </a:rPr>
              <a:t>—  Map — the issue file tools/issue-data/whatcom-wa--cooperatives.json: points, ties, kinds, contact block.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Calibri"/>
              </a:rPr>
              <a:t>—  Graph Tool — the Map’s “Open in Graph Tool” button, then laid out by hand (the layout shown is Marc’s).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Calibri"/>
              </a:rPr>
              <a:t>—  Timeline — tools/whatcom-coops-timeline.json: when each co-op began, converted or merged.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Calibri"/>
              </a:rPr>
              <a:t>—  Table — Neo4j database whatcomcoops, loaded from the same issue file by substrate/load_coops.py.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Calibri"/>
              </a:rPr>
              <a:t>—  FedWiki — one page per co-op: its record, its graph, a map, its website; the table plugin on the index page.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Co-ops of Whatcom County · RCN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RCN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Where the co-ops are, and who is tied to whom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453896"/>
            <a:ext cx="7945142" cy="467258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map-coun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890278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0" y="148132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WHAT YOU ARE SEEING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810512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Each dot is a co-op, coloured by kind — the legend is top left.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Lines are ties with a public source: dotted pink for network membership, gold for money, green for trade, dashed purple for “built or helped build”.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Most co-ops sit in Bellingham; the farm co-ops run out to Lynden, Everson and Acme, and two ties reach south to Mount Vernon.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90488"/>
            <a:ext cx="8001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94A3B8"/>
                </a:solidFill>
                <a:latin typeface="Calibri"/>
              </a:rPr>
              <a:t>Screenshot · RCN Map, issue “Co-ops of Whatcom County”, light basemap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Co-ops of Whatcom County · RCN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RCN MAP — HOVER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Hover a co-op: its website, phone and lead person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453896"/>
            <a:ext cx="7945142" cy="467258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map-h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890278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0" y="148132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WHAT YOU ARE SEEING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810512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Downtown Bellingham, zoomed in: the Food Co-op is the hub for money and trade; the pink dotted lines fan out from Cascade Cooperatives to its members.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Hovering shows the short form — site, phone, first named person.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Where a contact is doubtful, the hover says so in amber before anyone relies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90488"/>
            <a:ext cx="8001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94A3B8"/>
                </a:solidFill>
                <a:latin typeface="Calibri"/>
              </a:rPr>
              <a:t>Screenshot · hover on Community Food Co-op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Co-ops of Whatcom County · RCN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RCN MAP — POPUP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Click for the full record, with where it came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453896"/>
            <a:ext cx="7945142" cy="467258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-map-pop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890278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0" y="148132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WHAT YOU ARE SEEING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810512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Website, phone, address and named people, then the research notes.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“Checked Sep 2026 · communityfood.coop /contact” — every contact says when and from which page it was read.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The same fields travel to the Graph Tool as node properties and to Neo4j as columns.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90488"/>
            <a:ext cx="8001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94A3B8"/>
                </a:solidFill>
                <a:latin typeface="Calibri"/>
              </a:rPr>
              <a:t>Screenshot · popup on Community Food Co-op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Co-ops of Whatcom County · RCN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82296" cy="274320"/>
          </a:xfrm>
          <a:prstGeom prst="rect">
            <a:avLst/>
          </a:prstGeom>
          <a:solidFill>
            <a:srgbClr val="8E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8E5CC4"/>
                </a:solidFill>
                <a:latin typeface="Calibri"/>
              </a:rPr>
              <a:t>RCN GRAPH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The same ties as a diagram, laid out by the person who reads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453896"/>
            <a:ext cx="7945142" cy="467258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-grap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890278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0" y="148132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8E5CC4"/>
                </a:solidFill>
                <a:latin typeface="Calibri"/>
              </a:rPr>
              <a:t>WHAT YOU ARE SEEING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810512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Marc’s layout: Cascade Cooperatives at the centre of its members, the Food Co-op at the centre of money and trade.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Four large organisations — WECU, REI, Darigold, CHS — have no documented tie to the rest. That empty corner is a finding, not a gap in the drawing.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Colours and line styles come from the legend, so the diagram and the map say the same 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90488"/>
            <a:ext cx="8001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94A3B8"/>
                </a:solidFill>
                <a:latin typeface="Calibri"/>
              </a:rPr>
              <a:t>Screenshot · Graph Tool v22, file Co-ops-of-Whatcom-County (1).json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Co-ops of Whatcom County · RCN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8229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RCN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A century of co-ops, from the 1918 dairymen to the 2023 worker co-ops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453896"/>
            <a:ext cx="7945142" cy="467258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-timeline-f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890278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0" y="148132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WHAT YOU ARE SEEING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810512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The three credit unions — WECU (1936), North Coast (1939), Industrial (1941) — head the list; only Darigold’s Lynden roots (1918), further down, are older.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Grey bars are what a co-op was before: A-1 Builders ran as a conventional firm from 1955 until its worker buyout in 2017.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Swipe up and down to scroll the 29 rows; the date axis stays pinned.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90488"/>
            <a:ext cx="8001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94A3B8"/>
                </a:solidFill>
                <a:latin typeface="Calibri"/>
              </a:rPr>
              <a:t>Screenshot · RCN Timeline, Fit, top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Co-ops of Whatcom County · RCN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8229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RCN TIMELINE — SINCE 2000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The recent wave: development bodies, then the co-ops they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453896"/>
            <a:ext cx="7945142" cy="467258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-timeline-rec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890278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0" y="148132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WHAT YOU ARE SEEING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810512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NWCDC, C2C and NABC were working before the co-ops they helped start.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Purple links show a tie running during both lives: NABC’s USDA-grant help sits inside the meat co-op’s organising years.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Cascade Cooperatives began in 2014 as the Co-op Education Project and was renamed in 2019.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90488"/>
            <a:ext cx="8001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94A3B8"/>
                </a:solidFill>
                <a:latin typeface="Calibri"/>
              </a:rPr>
              <a:t>Screenshot · RCN Timeline zoomed to 2000–2028, scrolled to the lower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Co-ops of Whatcom County · RCN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82296" cy="27432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7A4A"/>
                </a:solidFill>
                <a:latin typeface="Calibri"/>
              </a:rPr>
              <a:t>RCN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In Neo4j: 22 rows, one per co-op, live from the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453896"/>
            <a:ext cx="7945142" cy="467258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-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890278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0" y="148132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A7A4A"/>
                </a:solidFill>
                <a:latin typeface="Calibri"/>
              </a:rPr>
              <a:t>WHAT YOU ARE SEEING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810512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Database whatcomcoops, kind Coop — the footer says “live records”.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Pick the columns: here founded, people and phone.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The inspector shows the whole row, warnings included: Cascadia Deaf Nation’s website currently answers “Payment Required”.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90488"/>
            <a:ext cx="8001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94A3B8"/>
                </a:solidFill>
                <a:latin typeface="Calibri"/>
              </a:rPr>
              <a:t>Screenshot · RCN Table, ?db=whatcomcoops&amp;kind=Coop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Co-ops of Whatcom County · RCN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82296" cy="27432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A7A4A"/>
                </a:solidFill>
                <a:latin typeface="Calibri"/>
              </a:rPr>
              <a:t>RCN TABLE —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The database draws its own map: 22 points, 21 links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453896"/>
            <a:ext cx="7945142" cy="467258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-table-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890278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0" y="148132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A7A4A"/>
                </a:solidFill>
                <a:latin typeface="Calibri"/>
              </a:rPr>
              <a:t>WHAT YOU ARE SEEING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810512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The Table’s Map button reads location and ties straight from Neo4j, with no issue file.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Same network, plainer picture: the database holds the facts, and colour belongs to each lens.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This is the check that the load lost nothing: 22 located, 21 links.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90488"/>
            <a:ext cx="8001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94A3B8"/>
                </a:solidFill>
                <a:latin typeface="Calibri"/>
              </a:rPr>
              <a:t>Screenshot · rcn-table-map.html?db=whatcomcoops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Co-ops of Whatcom County · RCN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82296" cy="274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B45309"/>
                </a:solidFill>
                <a:latin typeface="Calibri"/>
              </a:rPr>
              <a:t>FEDWIKI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A FedWiki page for every co-op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453896"/>
            <a:ext cx="5384714" cy="467258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-wiki-line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5329850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0" y="148132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B45309"/>
                </a:solidFill>
                <a:latin typeface="Calibri"/>
              </a:rPr>
              <a:t>WHAT YOU ARE SEEING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810512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23 pages — an index and one per co-op — in one drop file. Drag it onto any lineup, click a page, fork it.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Each page holds the record, the contact block with when and where it was checked, and the ties as wiki links, each with its source.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The index sits on the left; clicking a co-op opens its page beside it, the ordinary FedWiki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90488"/>
            <a:ext cx="8001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94A3B8"/>
                </a:solidFill>
                <a:latin typeface="Calibri"/>
              </a:rPr>
              <a:t>Screenshot · local wiki coops.localhost, index and Community Food Co-op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Co-ops of Whatcom County · RCN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82296" cy="274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B45309"/>
                </a:solidFill>
                <a:latin typeface="Calibri"/>
              </a:rPr>
              <a:t>FEDWIKI — RCN GRAPH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Click a co-op in its graph and its page opens beside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453896"/>
            <a:ext cx="7804844" cy="467258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-wiki-graph-cli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749980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0" y="148132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B45309"/>
                </a:solidFill>
                <a:latin typeface="Calibri"/>
              </a:rPr>
              <a:t>WHAT YOU ARE SEEING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810512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Every page carries an rcngraph item: the co-op and its nearest neighbours, cut from Marc’s layout.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Every box is a wiki link. Here Cascade Cooperatives was clicked in the Food Co-op’s graph and opened on the right.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  <a:latin typeface="Calibri"/>
              </a:rPr>
              <a:t>—  “Edit in Graph Tool” reopens the model; hover a box for its contact details, which travel in the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90488"/>
            <a:ext cx="8001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94A3B8"/>
                </a:solidFill>
                <a:latin typeface="Calibri"/>
              </a:rPr>
              <a:t>Screenshot · click on Cascade Cooperatives in the Food Co-op’s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Co-ops of Whatcom County · RCN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82296" cy="274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B45309"/>
                </a:solidFill>
                <a:latin typeface="Calibri"/>
              </a:rPr>
              <a:t>FEDWIKI — MAP AND FRAME PLUGINS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Its map and its own website, inside the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453896"/>
            <a:ext cx="2743403" cy="467258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-wiki-map-s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2688539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23360" y="14813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B45309"/>
                </a:solidFill>
                <a:latin typeface="Calibri"/>
              </a:rPr>
              <a:t>WHAT YOU ARE SEEING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810512"/>
            <a:ext cx="7589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—  A Map item — FedWiki’s own map plugin — shows this co-op and the co-ops it is tied to. Each point is a wiki link to that co-op’s page.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—  The map is plain text, one line per point, so anyone can edit it in the page. It works on any wiki with nothing uploaded.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—  It draws points, not ties; the graph just above carries the ties. The table’s Map button draws them on a map.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—  A Frame item — used only for this — shows the co-op’s own website, live, under the map.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—  11 of the 22 sites show inside the page. The other 11 refuse to be framed, put up a bot check, are down, or have no site; those pages link out and say why.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9048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94A3B8"/>
                </a:solidFill>
                <a:latin typeface="Calibri"/>
              </a:rPr>
              <a:t>Screenshot · Community Food Co-op, scrolled to its map and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Co-ops of Whatcom County · RCN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82296" cy="274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B45309"/>
                </a:solidFill>
                <a:latin typeface="Calibri"/>
              </a:rPr>
              <a:t>FEDWIKI — TABLE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The FedWiki table plugin: all 22 co-ops on the index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453896"/>
            <a:ext cx="3255264" cy="213884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-wiki-table-it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3200400" cy="20839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38461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94A3B8"/>
                </a:solidFill>
                <a:latin typeface="Calibri"/>
              </a:rPr>
              <a:t>The rcntable item on the index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6789"/>
            <a:ext cx="3931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475569"/>
                </a:solidFill>
                <a:latin typeface="Calibri"/>
              </a:rPr>
              <a:t>—  The item names the records: database whatcomcoops, kind Coop.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475569"/>
                </a:solidFill>
                <a:latin typeface="Calibri"/>
              </a:rPr>
              <a:t>—  Open Table ↗ opens the RCN Table beside the wiki — the same table as slide 9.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475569"/>
                </a:solidFill>
                <a:latin typeface="Calibri"/>
              </a:rPr>
              <a:t>—  At home it reads Neo4j live through substrate/api.py. On a hosted wiki it reads the exported folder in the site’s own assets, so each site is its own database.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475569"/>
                </a:solidFill>
                <a:latin typeface="Calibri"/>
              </a:rPr>
              <a:t>—  Every name in the table opens that co-op’s page in the lineup.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7448" y="1453896"/>
            <a:ext cx="6912864" cy="406845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-tab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81328"/>
            <a:ext cx="6858000" cy="40135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880" y="5568067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94A3B8"/>
                </a:solidFill>
                <a:latin typeface="Calibri"/>
              </a:rPr>
              <a:t>What Open Table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Co-ops of Whatcom County · RCN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82296" cy="274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B45309"/>
                </a:solidFill>
                <a:latin typeface="Calibri"/>
              </a:rPr>
              <a:t>FEDWIKI — HOW IT WENT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Making it work: what broke, and what it cannot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A7A4A"/>
                </a:solidFill>
                <a:latin typeface="Calibri"/>
              </a:rPr>
              <a:t>FIXED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Calibri"/>
              </a:rPr>
              <a:t>—  Clicking a two-line name in a graph did nothing, or reloaded the wiki. Each co-op box is now one link. The real fix belongs in the Graph Tool, for every diagram.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Calibri"/>
              </a:rPr>
              <a:t>—  The maps first ran the RCN Map inside Frame items. That tied the pages to one wiki and needed files uploaded, so they now use FedWiki’s own Map plugin; Frame is kept for the websites only.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Calibri"/>
              </a:rPr>
              <a:t>—  Along the way the table’s map learned to load on its own and to use the Esri basemap, so it also works when framed.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554480"/>
            <a:ext cx="5394960" cy="3017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854D0E"/>
                </a:solidFill>
                <a:latin typeface="Calibri"/>
              </a:rPr>
              <a:t>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854D0E"/>
                </a:solidFill>
                <a:latin typeface="Calibri"/>
              </a:rPr>
              <a:t>—  The per-page map shows points, not ties: we found no way in its text format to draw a line between two points. An RCN map plugin would.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854D0E"/>
                </a:solidFill>
                <a:latin typeface="Calibri"/>
              </a:rPr>
              <a:t>—  Half the co-op websites cannot be shown in a page — ICU, REI, North Coast CU, A1DesignBuild and the Food Hub refuse; Bellingham Bay Builders’ bot check never finishes. Those pages link 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75569"/>
                </a:solidFill>
                <a:latin typeface="Calibri"/>
              </a:rPr>
              <a:t>Checked in a real FedWiki (coops.localhost): a graph click opens the page beside, the Food Co-op’s map shows its 6 co-ops, and the websites were tested in the frame plugin’s own sandbox or by their headers — 11 show.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Co-ops of Whatcom County · RCN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82296" cy="2743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D4A017"/>
                </a:solidFill>
                <a:latin typeface="Calibri"/>
              </a:rPr>
              <a:t>CONTACTS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What the contact check found — and what to verify before calling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A7A4A"/>
                </a:solidFill>
                <a:latin typeface="Calibri"/>
              </a:rPr>
              <a:t>CORRECTED IN 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Calibri"/>
              </a:rPr>
              <a:t>—  Community to Community has moved: 1319 Cornwall Ave, Suite 101 (the map pin is moved).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Calibri"/>
              </a:rPr>
              <a:t>—  Cascade Cooperatives incorporated in January 2022, not 2019; it began in 2014 as the Co-op Education Project.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Calibri"/>
              </a:rPr>
              <a:t>—  CHS Northwest in Lynden is at 402 Main St.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Calibri"/>
              </a:rPr>
              <a:t>—  Industrial Credit Union’s website is industrialcu.com.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Calibri"/>
              </a:rPr>
              <a:t>—  Yellow Cab Co-op has its own site, yellowcabcoop.com.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554480"/>
            <a:ext cx="5394960" cy="310896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854D0E"/>
                </a:solidFill>
                <a:latin typeface="Calibri"/>
              </a:rPr>
              <a:t>VERIFY BEFORE RELYING ON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854D0E"/>
                </a:solidFill>
                <a:latin typeface="Calibri"/>
              </a:rPr>
              <a:t>—  Community Media Cooperative — media-coop.com no longer resolves; it may have closed.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854D0E"/>
                </a:solidFill>
                <a:latin typeface="Calibri"/>
              </a:rPr>
              <a:t>—  Cascadia Deaf Nation — website answers “Payment Required”; it may have lapsed.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854D0E"/>
                </a:solidFill>
                <a:latin typeface="Calibri"/>
              </a:rPr>
              <a:t>—  Bellingham Bay Builders — only the 2004 founders are published, not the current owner-members.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854D0E"/>
                </a:solidFill>
                <a:latin typeface="Calibri"/>
              </a:rPr>
              <a:t>—  WestEdge CU, Yellow Cab Co-op, Circle of Life, CHS — no leader named on their own sites.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854D0E"/>
                </a:solidFill>
                <a:latin typeface="Calibri"/>
              </a:rPr>
              <a:t>—  Tierra y Libertad — no website of its own; reach it through C2C.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75569"/>
                </a:solidFill>
                <a:latin typeface="Calibri"/>
              </a:rPr>
              <a:t>Every contact carries “Checked Sep 2026” and the page it was read from. Phones and names change; the date says how far to trust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Co-ops of Whatcom County · RCN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One dataset, four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—  Map: open the RCN Map and choose the “Co-ops of Whatcom County” issue — hover any dot for its contact.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—  Graph: “Open in Graph Tool” from the map legend, or load tools/whatcom-coops-graph.json (Marc’s layout, with contacts).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—  Timeline: import tools/whatcom-coops-timeline.json into the RCN Timeline.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—  Table: rcn-table.html?db=whatcomcoops&amp;kind=Coop, with substrate/api.py running.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—  FedWiki: drag docs/whatcom-coops-wiki/whatcom-coops-wiki.json onto any lineup; upload the rcn-table folder for the table.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CBD5E1"/>
                </a:solidFill>
                <a:latin typeface="Calibri"/>
              </a:rPr>
              <a:t>—  To change the data, edit the issue file, then re-run substrate/load_coops.py and build_pages.py so Neo4j and the wiki match.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94A3B8"/>
                </a:solidFill>
                <a:latin typeface="Calibri"/>
              </a:rPr>
              <a:t>A line means a public source was found. No line means no tie was found, not that none exists.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BD5E1"/>
                </a:solidFill>
                <a:latin typeface="Calibri"/>
              </a:rPr>
              <a:t>Marc Pierson with Claude Opus 5.5 ·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