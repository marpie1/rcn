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74519"/>
            <a:ext cx="12188952" cy="278892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956048" y="1417320"/>
            <a:ext cx="201168" cy="201168"/>
          </a:xfrm>
          <a:prstGeom prst="ellipse">
            <a:avLst/>
          </a:prstGeom>
          <a:solidFill>
            <a:srgbClr val="E85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40096" y="1417320"/>
            <a:ext cx="201168" cy="201168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724144" y="1417320"/>
            <a:ext cx="201168" cy="201168"/>
          </a:xfrm>
          <a:prstGeom prst="ellipse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108192" y="1417320"/>
            <a:ext cx="201168" cy="201168"/>
          </a:xfrm>
          <a:prstGeom prst="ellipse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92240" y="1417320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76288" y="1417320"/>
            <a:ext cx="201168" cy="20116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ReLocalize Creativity Network  ·  Open source  ·  Free by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1460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</a:rPr>
              <a:t>RCN NDC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94760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0C8E8"/>
                </a:solidFill>
              </a:rPr>
              <a:t>Every Neighborhood Development Center on one interactive map —
with its geographic context, community issues, and parcel-level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264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One HTML file  ·  no server  ·  no account  ·  no install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WHAT IT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</a:rPr>
              <a:t>The network’s geographic intelligence,
in a single file.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</a:rPr>
              <a:t>The RCN NDC Map puts all of the network’s Neighborhood Development Centers on one interactive map — with their geographic context, community issues, and parcel-level data — in a tool that runs entirely in the browser. It is the network’s front-facing spatial record and the operating context for every NDC’s community work.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063240"/>
            <a:ext cx="3611880" cy="2286000"/>
          </a:xfrm>
          <a:prstGeom prst="rect">
            <a:avLst/>
          </a:prstGeom>
          <a:solidFill>
            <a:srgbClr val="F8FAFC"/>
          </a:solidFill>
          <a:ln w="1905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3063240"/>
            <a:ext cx="3611880" cy="64008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3291840"/>
            <a:ext cx="3209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One HTML 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794760"/>
            <a:ext cx="32095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</a:rPr>
              <a:t>The map and its data can be hosted anywhere, opened from disk, or emailed. No server-side code, no framework, no database connection.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4256" y="3063240"/>
            <a:ext cx="3611880" cy="2286000"/>
          </a:xfrm>
          <a:prstGeom prst="rect">
            <a:avLst/>
          </a:prstGeom>
          <a:solidFill>
            <a:srgbClr val="F8FAFC"/>
          </a:solidFill>
          <a:ln w="1905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4256" y="3063240"/>
            <a:ext cx="3611880" cy="64008"/>
          </a:xfrm>
          <a:prstGeom prst="rect">
            <a:avLst/>
          </a:prstGeom>
          <a:solidFill>
            <a:srgbClr val="E85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3291840"/>
            <a:ext cx="3209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No account, no install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3794760"/>
            <a:ext cx="32095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</a:rPr>
              <a:t>Nothing to sign up for. Open the file and it works — as a dev tool, a live presentation, and a deployed public artifact, all the same file.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19872" y="3063240"/>
            <a:ext cx="3611880" cy="2286000"/>
          </a:xfrm>
          <a:prstGeom prst="rect">
            <a:avLst/>
          </a:prstGeom>
          <a:solidFill>
            <a:srgbClr val="F8FAFC"/>
          </a:solidFill>
          <a:ln w="1905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9872" y="3063240"/>
            <a:ext cx="3611880" cy="64008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3291840"/>
            <a:ext cx="3209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Offline-capable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794760"/>
            <a:ext cx="32095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</a:rPr>
              <a:t>All NDC and geographic data is bundled locally. Once loaded, the geographic layers work with no internet connection.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RCN NDC Map · ReLocalize Creativity Network · Open source · Free by design ·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WHO IT IS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</a:rPr>
              <a:t>Three audiences, one map.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3611880" cy="3794760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3611880" cy="73152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828800"/>
            <a:ext cx="3172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78ADD"/>
                </a:solidFill>
              </a:rPr>
              <a:t>Staff &amp; researchers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560320"/>
            <a:ext cx="317296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</a:rPr>
              <a:t>Understand the geographic, ecological, and institutional context of each NDC. See all seven at once, zoom into any one, and compare the surrounding administrative boundaries and ecological zones.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34256" y="1508760"/>
            <a:ext cx="3611880" cy="3794760"/>
          </a:xfrm>
          <a:prstGeom prst="rect">
            <a:avLst/>
          </a:prstGeom>
          <a:solidFill>
            <a:srgbClr val="FFF1ED"/>
          </a:solidFill>
          <a:ln w="19050">
            <a:solidFill>
              <a:srgbClr val="F3B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34256" y="1508760"/>
            <a:ext cx="3611880" cy="73152"/>
          </a:xfrm>
          <a:prstGeom prst="rect">
            <a:avLst/>
          </a:prstGeom>
          <a:solidFill>
            <a:srgbClr val="E85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828800"/>
            <a:ext cx="3172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593C"/>
                </a:solidFill>
              </a:rPr>
              <a:t>NDC organizers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560320"/>
            <a:ext cx="317296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</a:rPr>
              <a:t>Track and communicate about specific community issues — zoning decisions, land-use questions, neighborhood campaigns — with parcel-level specificity and a clear record of who holds what position.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19872" y="1508760"/>
            <a:ext cx="3611880" cy="3794760"/>
          </a:xfrm>
          <a:prstGeom prst="rect">
            <a:avLst/>
          </a:prstGeom>
          <a:solidFill>
            <a:srgbClr val="FAF5FF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19872" y="1508760"/>
            <a:ext cx="3611880" cy="73152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1828800"/>
            <a:ext cx="3172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9333EA"/>
                </a:solidFill>
              </a:rPr>
              <a:t>Funders &amp; partners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2560320"/>
            <a:ext cx="317296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</a:rPr>
              <a:t>Get a clear answer to “where are these communities and what are they working on?” — in one link, on a phone, with no explanation required.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RCN NDC Map · ReLocalize Creativity Network · Open source · Free by design ·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THE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</a:rPr>
              <a:t>Seven Neighborhood Development Centers.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</a:rPr>
              <a:t>Each NDC has its own geographic context layer — administrative boundaries, ecological zones, NDC zone polygons, mineral deposits, and points of interest — ready to explore without any GIS expertise.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68880"/>
            <a:ext cx="3520440" cy="1234440"/>
          </a:xfrm>
          <a:prstGeom prst="rect">
            <a:avLst/>
          </a:prstGeom>
          <a:solidFill>
            <a:srgbClr val="F8FAFC"/>
          </a:solidFill>
          <a:ln w="1905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724912"/>
            <a:ext cx="237744" cy="237744"/>
          </a:xfrm>
          <a:prstGeom prst="ellipse">
            <a:avLst/>
          </a:prstGeom>
          <a:solidFill>
            <a:srgbClr val="E85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67004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Leo’s NDC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072384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F6D"/>
                </a:solidFill>
              </a:rPr>
              <a:t>Superior, AZ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468880"/>
            <a:ext cx="3520440" cy="1234440"/>
          </a:xfrm>
          <a:prstGeom prst="rect">
            <a:avLst/>
          </a:prstGeom>
          <a:solidFill>
            <a:srgbClr val="F8FAFC"/>
          </a:solidFill>
          <a:ln w="1905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90288" y="2724912"/>
            <a:ext cx="237744" cy="237744"/>
          </a:xfrm>
          <a:prstGeom prst="ellipse">
            <a:avLst/>
          </a:prstGeom>
          <a:solidFill>
            <a:srgbClr val="E85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6048" y="267004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The Fledge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3072384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F6D"/>
                </a:solidFill>
              </a:rPr>
              <a:t>Lansing, MI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468880"/>
            <a:ext cx="3520440" cy="1234440"/>
          </a:xfrm>
          <a:prstGeom prst="rect">
            <a:avLst/>
          </a:prstGeom>
          <a:solidFill>
            <a:srgbClr val="F8FAFC"/>
          </a:solidFill>
          <a:ln w="1905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30768" y="2724912"/>
            <a:ext cx="237744" cy="237744"/>
          </a:xfrm>
          <a:prstGeom prst="ellipse">
            <a:avLst/>
          </a:prstGeom>
          <a:solidFill>
            <a:srgbClr val="E85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96528" y="267004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East Whatcom RRC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96528" y="3072384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F6D"/>
                </a:solidFill>
              </a:rPr>
              <a:t>Maple Falls, WA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959352"/>
            <a:ext cx="3520440" cy="1234440"/>
          </a:xfrm>
          <a:prstGeom prst="rect">
            <a:avLst/>
          </a:prstGeom>
          <a:solidFill>
            <a:srgbClr val="F8FAFC"/>
          </a:solidFill>
          <a:ln w="1905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4215384"/>
            <a:ext cx="237744" cy="237744"/>
          </a:xfrm>
          <a:prstGeom prst="ellipse">
            <a:avLst/>
          </a:prstGeom>
          <a:solidFill>
            <a:srgbClr val="E85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416052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Green Gate Farms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562856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F6D"/>
                </a:solidFill>
              </a:rPr>
              <a:t>Austin, TX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3959352"/>
            <a:ext cx="3520440" cy="1234440"/>
          </a:xfrm>
          <a:prstGeom prst="rect">
            <a:avLst/>
          </a:prstGeom>
          <a:solidFill>
            <a:srgbClr val="F8FAFC"/>
          </a:solidFill>
          <a:ln w="1905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590288" y="4215384"/>
            <a:ext cx="237744" cy="237744"/>
          </a:xfrm>
          <a:prstGeom prst="ellipse">
            <a:avLst/>
          </a:prstGeom>
          <a:solidFill>
            <a:srgbClr val="E85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56048" y="416052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Green Gate Farms Bastrop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56048" y="4562856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F6D"/>
                </a:solidFill>
              </a:rPr>
              <a:t>Bastrop, TX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959352"/>
            <a:ext cx="3520440" cy="1234440"/>
          </a:xfrm>
          <a:prstGeom prst="rect">
            <a:avLst/>
          </a:prstGeom>
          <a:solidFill>
            <a:srgbClr val="F8FAFC"/>
          </a:solidFill>
          <a:ln w="1905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430768" y="4215384"/>
            <a:ext cx="237744" cy="237744"/>
          </a:xfrm>
          <a:prstGeom prst="ellipse">
            <a:avLst/>
          </a:prstGeom>
          <a:solidFill>
            <a:srgbClr val="E85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416052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Carter Center Library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96528" y="4562856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F6D"/>
                </a:solidFill>
              </a:rPr>
              <a:t>Atlanta, GA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449824"/>
            <a:ext cx="3520440" cy="1234440"/>
          </a:xfrm>
          <a:prstGeom prst="rect">
            <a:avLst/>
          </a:prstGeom>
          <a:solidFill>
            <a:srgbClr val="F8FAFC"/>
          </a:solidFill>
          <a:ln w="1905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49808" y="5705856"/>
            <a:ext cx="237744" cy="237744"/>
          </a:xfrm>
          <a:prstGeom prst="ellipse">
            <a:avLst/>
          </a:prstGeom>
          <a:solidFill>
            <a:srgbClr val="E85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568" y="5650992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Porthmadog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" y="6053328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F6D"/>
                </a:solidFill>
              </a:rPr>
              <a:t>Gwynedd, Wales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RCN NDC Map · ReLocalize Creativity Network · Open source · Free by design ·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WHAT IT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</a:rPr>
              <a:t>Built for exploring, not configuring.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36118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581912"/>
            <a:ext cx="32826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Network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38528"/>
            <a:ext cx="328269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</a:rPr>
              <a:t>All 7 NDCs as markers at once. One-click return to overview from any NDC view. Legend organized by state.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34256" y="1463040"/>
            <a:ext cx="36118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8848" y="1581912"/>
            <a:ext cx="32826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Per-NDC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8848" y="1938528"/>
            <a:ext cx="328269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</a:rPr>
              <a:t>Click an NDC to zoom in and load its layers: admin boundaries, ecological zones, NDC zones, minerals, churches.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9872" y="1463040"/>
            <a:ext cx="36118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4464" y="1581912"/>
            <a:ext cx="32826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Legend highlighting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4" y="1938528"/>
            <a:ext cx="328269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</a:rPr>
              <a:t>Click a legend item to spotlight one feature and dim the rest. Shift-click to multi-select. Map zooms to fit.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26664"/>
            <a:ext cx="36118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145536"/>
            <a:ext cx="32826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Issue overlay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502152"/>
            <a:ext cx="328269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</a:rPr>
              <a:t>Community issues load parcel-level markers color-coded by stance: green (pro), red (con), grey (unknown).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4256" y="3026664"/>
            <a:ext cx="36118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8848" y="3145536"/>
            <a:ext cx="32826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OSM geocoder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3502152"/>
            <a:ext cx="328269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</a:rPr>
              <a:t>Search any address, place, or landmark worldwide. Click a result to fly there and drop a marker.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19872" y="3026664"/>
            <a:ext cx="36118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3145536"/>
            <a:ext cx="32826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Basemap switcher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3502152"/>
            <a:ext cx="328269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</a:rPr>
              <a:t>Seven basemaps: Light, OpenStreetMap Voyager, Satellite, Topo, CyclOSM, Transport, and Dark.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590288"/>
            <a:ext cx="36118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4709160"/>
            <a:ext cx="32826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Custom location pins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5065776"/>
            <a:ext cx="328269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</a:rPr>
              <a:t>+ Add location drops a named pin anywhere. Saved in your browser, shown in the legend, survives reloads.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34256" y="4590288"/>
            <a:ext cx="36118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98848" y="4709160"/>
            <a:ext cx="32826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Boundary layer builder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98848" y="5065776"/>
            <a:ext cx="328269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</a:rPr>
              <a:t>Search OSM for any jurisdiction polygon, or generate one via the Claude prompt bridge. Persists locally.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19872" y="4590288"/>
            <a:ext cx="36118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84464" y="4709160"/>
            <a:ext cx="32826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“New issue” panel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4464" y="5065776"/>
            <a:ext cx="328269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</a:rPr>
              <a:t>Describe an issue, build a Claude prompt, paste the JSON back — the issue appears on the map, no file editing.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RCN NDC Map · ReLocalize Creativity Network · Open source · Free by design ·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THE LAYER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</a:rPr>
              <a:t>Six layer types. Drawn largest-first
so nothing hides.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</a:rPr>
              <a:t>Every NDC’s context is built from typed layers, each with its own color and popup (name, type, area, and boundary source). Click any polygon or marker to open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23160"/>
            <a:ext cx="5440680" cy="1170432"/>
          </a:xfrm>
          <a:prstGeom prst="rect">
            <a:avLst/>
          </a:prstGeom>
          <a:solidFill>
            <a:srgbClr val="F8FAFC"/>
          </a:solidFill>
          <a:ln w="1905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423160"/>
            <a:ext cx="82296" cy="1170432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2807208"/>
            <a:ext cx="292608" cy="292608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61872" y="2606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Admin boundary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299008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County, city, or district polygon — the institutional geography.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423160"/>
            <a:ext cx="5440680" cy="1170432"/>
          </a:xfrm>
          <a:prstGeom prst="rect">
            <a:avLst/>
          </a:prstGeom>
          <a:solidFill>
            <a:srgbClr val="F8FAFC"/>
          </a:solidFill>
          <a:ln w="1905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423160"/>
            <a:ext cx="82296" cy="1170432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73952" y="2807208"/>
            <a:ext cx="292608" cy="292608"/>
          </a:xfrm>
          <a:prstGeom prst="ellipse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31152" y="2606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Ecological zone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1152" y="299008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Watersheds and ecological regions — the natural geography.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58184"/>
            <a:ext cx="5440680" cy="1170432"/>
          </a:xfrm>
          <a:prstGeom prst="rect">
            <a:avLst/>
          </a:prstGeom>
          <a:solidFill>
            <a:srgbClr val="F8FAFC"/>
          </a:solidFill>
          <a:ln w="1905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758184"/>
            <a:ext cx="82296" cy="1170432"/>
          </a:xfrm>
          <a:prstGeom prst="rect">
            <a:avLst/>
          </a:prstGeom>
          <a:solidFill>
            <a:srgbClr val="E85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4672" y="4142232"/>
            <a:ext cx="292608" cy="292608"/>
          </a:xfrm>
          <a:prstGeom prst="ellipse">
            <a:avLst/>
          </a:prstGeom>
          <a:solidFill>
            <a:srgbClr val="E85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394106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NDC zone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432511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The NDC’s own operational or site boundary (thicker outline).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758184"/>
            <a:ext cx="5440680" cy="1170432"/>
          </a:xfrm>
          <a:prstGeom prst="rect">
            <a:avLst/>
          </a:prstGeom>
          <a:solidFill>
            <a:srgbClr val="F8FAFC"/>
          </a:solidFill>
          <a:ln w="1905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758184"/>
            <a:ext cx="82296" cy="1170432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73952" y="4142232"/>
            <a:ext cx="292608" cy="292608"/>
          </a:xfrm>
          <a:prstGeom prst="ellipse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31152" y="394106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Mineral deposits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432511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Copper and other deposits — relevant to land-use pressure.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093208"/>
            <a:ext cx="5440680" cy="1170432"/>
          </a:xfrm>
          <a:prstGeom prst="rect">
            <a:avLst/>
          </a:prstGeom>
          <a:solidFill>
            <a:srgbClr val="F8FAFC"/>
          </a:solidFill>
          <a:ln w="1905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093208"/>
            <a:ext cx="82296" cy="11704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4672" y="5477256"/>
            <a:ext cx="292608" cy="29260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61872" y="52760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Churches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61872" y="566013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Points of interest and community institutions.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5093208"/>
            <a:ext cx="5440680" cy="1170432"/>
          </a:xfrm>
          <a:prstGeom prst="rect">
            <a:avLst/>
          </a:prstGeom>
          <a:solidFill>
            <a:srgbClr val="F8FAFC"/>
          </a:solidFill>
          <a:ln w="1905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5093208"/>
            <a:ext cx="82296" cy="1170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73952" y="5477256"/>
            <a:ext cx="292608" cy="29260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31152" y="52760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Custom pins &amp; boundaries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31152" y="566013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Your own named locations and jurisdiction polygons, saved locally.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RCN NDC Map · ReLocalize Creativity Network · Open source · Free by design ·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THE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From a community issue to a parcel-level record.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5394960" cy="25146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394960" cy="73152"/>
          </a:xfrm>
          <a:prstGeom prst="rect">
            <a:avLst/>
          </a:prstGeom>
          <a:solidFill>
            <a:srgbClr val="E85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5564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RCN NDC Map — the 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B0C8E8"/>
                </a:solidFill>
              </a:rPr>
              <a:t>•  Add locations, boundaries, NDCs, and new issues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B0C8E8"/>
                </a:solidFill>
              </a:rPr>
              <a:t>•  Shows every issue across all NDCs in context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B0C8E8"/>
                </a:solidFill>
              </a:rPr>
              <a:t>•  Parcels color-coded by stance: pro / con / unknown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B0C8E8"/>
                </a:solidFill>
              </a:rPr>
              <a:t>•  Views issue parcels; links out to the editor to change them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1554480"/>
            <a:ext cx="5394960" cy="25146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45352" y="1554480"/>
            <a:ext cx="5394960" cy="73152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75564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issue-polygon-map — the editor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24028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B0C8E8"/>
                </a:solidFill>
              </a:rPr>
              <a:t>•  Draw and edit parcel polygons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B0C8E8"/>
                </a:solidFill>
              </a:rPr>
              <a:t>•  Draw, name, and rename custom boundaries  ← new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B0C8E8"/>
                </a:solidFill>
              </a:rPr>
              <a:t>•  Record stances and notes; import / export GeoJSON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B0C8E8"/>
                </a:solidFill>
              </a:rPr>
              <a:t>•  Publish the JSON — it appears on the NDC map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343400"/>
            <a:ext cx="11091672" cy="123444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52628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Edit an issue’s parcels in the editor  →  publish to the hub.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8348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C8E8"/>
                </a:solidFill>
              </a:rPr>
              <a:t>The connection between a community campaign and its geographic specifics — which properties are affected, who holds what stance — does not exist in any general-purpose mapping tool. This is the pipeline that makes it real.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RCN NDC Map · ReLocalize Creativity Network · Open source · Free by design ·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HOW IT DIFFERS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</a:rPr>
              <a:t>Not another map app.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3611880" cy="3977639"/>
          </a:xfrm>
          <a:prstGeom prst="rect">
            <a:avLst/>
          </a:prstGeom>
          <a:solidFill>
            <a:srgbClr val="FFFFFF"/>
          </a:solidFill>
          <a:ln w="1905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691640"/>
            <a:ext cx="3209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Google / Apple Maps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2176272"/>
            <a:ext cx="3209544" cy="384048"/>
          </a:xfrm>
          <a:prstGeom prst="rect">
            <a:avLst/>
          </a:prstGeom>
          <a:solidFill>
            <a:srgbClr val="FFFBEB"/>
          </a:solidFill>
          <a:ln w="1905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212848"/>
            <a:ext cx="3209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24007"/>
                </a:solidFill>
              </a:rPr>
              <a:t>Different 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43200"/>
            <a:ext cx="3209544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</a:rPr>
              <a:t>General navigation maps. They know nothing about NDCs, community issues, or context layers. The RCN map is the inverse: it knows exactly where every NDC is and what it’s working on — but it’s not for finding a coffee shop.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4256" y="1463040"/>
            <a:ext cx="3611880" cy="3977639"/>
          </a:xfrm>
          <a:prstGeom prst="rect">
            <a:avLst/>
          </a:prstGeom>
          <a:solidFill>
            <a:srgbClr val="FFFFFF"/>
          </a:solidFill>
          <a:ln w="1905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1691640"/>
            <a:ext cx="3209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ArcGIS / QGIS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35424" y="2176272"/>
            <a:ext cx="3209544" cy="384048"/>
          </a:xfrm>
          <a:prstGeom prst="rect">
            <a:avLst/>
          </a:prstGeom>
          <a:solidFill>
            <a:srgbClr val="FFFBEB"/>
          </a:solidFill>
          <a:ln w="1905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2212848"/>
            <a:ext cx="3209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24007"/>
                </a:solidFill>
              </a:rPr>
              <a:t>Powerful, wrong floor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2743200"/>
            <a:ext cx="3209544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</a:rPr>
              <a:t>Professional GIS that can do all this and more — but requires a subscription or a desktop install and a learning curve. Neither produces a shareable single file an organizer can open on a phone or email to a council member.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19872" y="1463040"/>
            <a:ext cx="3611880" cy="3977639"/>
          </a:xfrm>
          <a:prstGeom prst="rect">
            <a:avLst/>
          </a:prstGeom>
          <a:solidFill>
            <a:srgbClr val="FFFFFF"/>
          </a:solidFill>
          <a:ln w="1905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691640"/>
            <a:ext cx="3209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Google My Maps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2176272"/>
            <a:ext cx="3209544" cy="384048"/>
          </a:xfrm>
          <a:prstGeom prst="rect">
            <a:avLst/>
          </a:prstGeom>
          <a:solidFill>
            <a:srgbClr val="FFFBEB"/>
          </a:solidFill>
          <a:ln w="1905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212848"/>
            <a:ext cx="3209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24007"/>
                </a:solidFill>
              </a:rPr>
              <a:t>Easy to start, hard to 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743200"/>
            <a:ext cx="3209544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</a:rPr>
              <a:t>Easy custom pins — but the data lives in Google’s infrastructure, not yours. No issue-specific parcel data, no stance tracking, no self-contained export. The RCN map is fully owned and lives in the RCN repository.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RCN NDC Map · ReLocalize Creativity Network · Open source · Free by design ·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POTENTIAL USES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</a:rPr>
              <a:t>What organizers and staff can do with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40680" cy="1417320"/>
          </a:xfrm>
          <a:prstGeom prst="rect">
            <a:avLst/>
          </a:prstGeom>
          <a:solidFill>
            <a:srgbClr val="F8FAFC"/>
          </a:solidFill>
          <a:ln w="1905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82296" cy="1417320"/>
          </a:xfrm>
          <a:prstGeom prst="rect">
            <a:avLst/>
          </a:prstGeom>
          <a:solidFill>
            <a:srgbClr val="E85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691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Run a zoning or land-use campaign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16712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</a:rPr>
              <a:t>Map every affected parcel, track pro / con / unknown stances, and brief neighbors block by block.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508760"/>
            <a:ext cx="5440680" cy="1417320"/>
          </a:xfrm>
          <a:prstGeom prst="rect">
            <a:avLst/>
          </a:prstGeom>
          <a:solidFill>
            <a:srgbClr val="F8FAFC"/>
          </a:solidFill>
          <a:ln w="1905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508760"/>
            <a:ext cx="82296" cy="1417320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691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Brief an official in the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16712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</a:rPr>
              <a:t>Open it on a phone in a council meeting or on a doorstep — show exactly which parcels and boundaries are involved.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08960"/>
            <a:ext cx="5440680" cy="1417320"/>
          </a:xfrm>
          <a:prstGeom prst="rect">
            <a:avLst/>
          </a:prstGeom>
          <a:solidFill>
            <a:srgbClr val="F8FAFC"/>
          </a:solidFill>
          <a:ln w="1905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108960"/>
            <a:ext cx="82296" cy="141732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291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Orient a funder or partner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76732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</a:rPr>
              <a:t>One link answers “where are these communities and what are they working on?” — no deck, no login.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108960"/>
            <a:ext cx="5440680" cy="1417320"/>
          </a:xfrm>
          <a:prstGeom prst="rect">
            <a:avLst/>
          </a:prstGeom>
          <a:solidFill>
            <a:srgbClr val="F8FAFC"/>
          </a:solidFill>
          <a:ln w="1905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108960"/>
            <a:ext cx="82296" cy="141732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3291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Compare natural vs. institutional 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76732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</a:rPr>
              <a:t>See where a watershed crosses a county line, or where an NDC zone sits relative to mineral deposits.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709160"/>
            <a:ext cx="5440680" cy="1417320"/>
          </a:xfrm>
          <a:prstGeom prst="rect">
            <a:avLst/>
          </a:prstGeom>
          <a:solidFill>
            <a:srgbClr val="F8FAFC"/>
          </a:solidFill>
          <a:ln w="1905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709160"/>
            <a:ext cx="82296" cy="14173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4892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Work offline in the field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536752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</a:rPr>
              <a:t>Geographic layers keep working with no connection once loaded — useful on-site and in low-signal areas.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709160"/>
            <a:ext cx="5440680" cy="1417320"/>
          </a:xfrm>
          <a:prstGeom prst="rect">
            <a:avLst/>
          </a:prstGeom>
          <a:solidFill>
            <a:srgbClr val="F8FAFC"/>
          </a:solidFill>
          <a:ln w="1905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4709160"/>
            <a:ext cx="82296" cy="141732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4892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Build a shared boundary record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536752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</a:rPr>
              <a:t>Search or draw a jurisdiction polygon, name it, save it locally, and export JSON for a permanent backup.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RCN NDC Map · ReLocalize Creativity Network · Open source · Free by design ·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 commitment to data ownership.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8E8"/>
                </a:solidFill>
              </a:rPr>
              <a:t>The map requires no Google account, no ArcGIS subscription, and no cloud service. The data belongs to the RCN and lives in the RCN’s repository — it can be deployed to any server, archived, forked, or handed off without dependency on any platform that could change its terms, pricing, or availability.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834640"/>
            <a:ext cx="3611880" cy="246888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834640"/>
            <a:ext cx="3611880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3063240"/>
            <a:ext cx="32095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User-owned spatial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749040"/>
            <a:ext cx="32095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8E8"/>
                </a:solidFill>
              </a:rPr>
              <a:t>Custom pins, added NDCs, corrected positions, and boundaries are saved in your browser. Nothing is sent to a server; one top-level “Export my data” button downloads all of it as one JSON file.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4256" y="2834640"/>
            <a:ext cx="3611880" cy="246888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4256" y="2834640"/>
            <a:ext cx="3611880" cy="64008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3063240"/>
            <a:ext cx="32095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Single file, fully deployable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3749040"/>
            <a:ext cx="32095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8E8"/>
                </a:solidFill>
              </a:rPr>
              <a:t>The same file works as a dev tool, a live presentation, and a deployed public artifact. Host it anywhere or open it from disk.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19872" y="2834640"/>
            <a:ext cx="3611880" cy="246888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9872" y="2834640"/>
            <a:ext cx="3611880" cy="64008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3063240"/>
            <a:ext cx="32095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Open source, free by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749040"/>
            <a:ext cx="32095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8E8"/>
                </a:solidFill>
              </a:rPr>
              <a:t>Part of the RCN toolset — built to be used, adapted, and deployed without asking anyone’s permission.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RCN NDC Map · ReLocalize Creativity Network · Open source · Free by design ·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0" y="1188720"/>
            <a:ext cx="5788152" cy="25400"/>
          </a:xfrm>
          <a:prstGeom prst="rect">
            <a:avLst/>
          </a:prstGeom>
          <a:solidFill>
            <a:srgbClr val="4A7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Open the file. It works.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2286000"/>
            <a:ext cx="5788152" cy="25400"/>
          </a:xfrm>
          <a:prstGeom prst="rect">
            <a:avLst/>
          </a:prstGeom>
          <a:solidFill>
            <a:srgbClr val="4A7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99516" y="2880360"/>
            <a:ext cx="3383280" cy="173736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8116" y="30632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A7AB0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8116" y="3657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Open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8116" y="405079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</a:rPr>
              <a:t>rcn_map.html — all 7 NDCs load on the overview map.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2836" y="2880360"/>
            <a:ext cx="3383280" cy="173736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1436" y="30632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A7AB0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1436" y="3657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Explore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1436" y="405079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</a:rPr>
              <a:t>Click an NDC to load its context layers; click legend items to spotlight features.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6156" y="2880360"/>
            <a:ext cx="3383280" cy="173736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4756" y="30632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A7AB0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4756" y="3657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4756" y="405079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</a:rPr>
              <a:t>Load an issue, open its full Issue Map to edit parcels, or add your own pins and boundaries.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02920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8E8"/>
                </a:solidFill>
              </a:rPr>
              <a:t>Full documentation: rcn-map-intro.html  ·  rcn-map-manual.html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0936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RCN NDC Map  ·  ReLocalize Creativity Network  ·  Open source · Free by design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