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RCN TOOLSET  ·  SPATIAL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Issue Polygon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Draw the boundary of a civic issue.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See which government's rule lands inside it.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Record where every property owner actually stands.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Part of the RCN family alongside the Graph Tool (cause) and the Timeline (time)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Most civic arguments are arguments about a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Who is inside the rule and who is outside it.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Which government's law applies here and not there.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How many of the people actually affected want the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11155680" cy="1371600"/>
          </a:xfrm>
          <a:prstGeom prst="rect">
            <a:avLst/>
          </a:prstGeom>
          <a:solidFill>
            <a:srgbClr val="FFFBEB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92400E"/>
                </a:solidFill>
                <a:latin typeface="Calibri"/>
              </a:rPr>
              <a:t>And almost nobody draws it.</a:t>
            </a:r>
          </a:p>
          <a:p>
            <a:pPr algn="ctr"/>
            <a:r>
              <a:rPr sz="1700" b="0">
                <a:solidFill>
                  <a:srgbClr val="0F172A"/>
                </a:solidFill>
                <a:latin typeface="Calibri"/>
              </a:rPr>
              <a:t>The boundary stays an assumption everyone believes they share — until a hearing, when it turns out they never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map makes the boundary an object you can draw, share and argue with.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WHERE IT 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Every RCN tool is regions plus typed 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35661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475569"/>
                </a:solidFill>
                <a:latin typeface="Calibri"/>
              </a:rPr>
              <a:t>🔗  CAUSALITY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Nodes + causal edges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The Graph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5968" y="2148840"/>
            <a:ext cx="35661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475569"/>
                </a:solidFill>
                <a:latin typeface="Calibri"/>
              </a:rPr>
              <a:t>⏳  TIME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Intervals + before / meets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The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2148840"/>
            <a:ext cx="3566160" cy="1828800"/>
          </a:xfrm>
          <a:prstGeom prst="rect">
            <a:avLst/>
          </a:prstGeom>
          <a:solidFill>
            <a:srgbClr val="FFFBEB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92400E"/>
                </a:solidFill>
                <a:latin typeface="Calibri"/>
              </a:rPr>
              <a:t>🗺️  SPACE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Parcels + jurisdictions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This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Here a region is a parcel or a boundary — and the relations are the ones geography gives you for free: inside, outside, overlapping, adjacent.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Same shape underneath. Different dimension.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THE KEY DISTINCTION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It holds an issue, not a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75569"/>
                </a:solidFill>
                <a:latin typeface="Calibri"/>
              </a:rPr>
              <a:t>A GIS viewer shows you land. This shows you one question — and the land is there only because the question has a footprint.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43200"/>
            <a:ext cx="2148840" cy="1600200"/>
          </a:xfrm>
          <a:prstGeom prst="rect">
            <a:avLst/>
          </a:prstGeom>
          <a:solidFill>
            <a:srgbClr val="FEF3C7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92400E"/>
                </a:solidFill>
                <a:latin typeface="Calibri"/>
              </a:rPr>
              <a:t>ISSUE POLYGON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The boundary that defines the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2344" y="2743200"/>
            <a:ext cx="2148840" cy="16002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166534"/>
                </a:solidFill>
                <a:latin typeface="Calibri"/>
              </a:rPr>
              <a:t>PARCELS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Properties inside, each with a 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1768" y="2743200"/>
            <a:ext cx="2148840" cy="1600200"/>
          </a:xfrm>
          <a:prstGeom prst="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6B21A8"/>
                </a:solidFill>
                <a:latin typeface="Calibri"/>
              </a:rPr>
              <a:t>BOUNDARIES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The governments that overlap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51192" y="2743200"/>
            <a:ext cx="2148840" cy="1600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1A56A4"/>
                </a:solidFill>
                <a:latin typeface="Calibri"/>
              </a:rPr>
              <a:t>LAWS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The rules in play, tagged by jurisdiction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0616" y="2743200"/>
            <a:ext cx="2148840" cy="1600200"/>
          </a:xfrm>
          <a:prstGeom prst="rect">
            <a:avLst/>
          </a:prstGeom>
          <a:solidFill>
            <a:srgbClr val="FFEDD5"/>
          </a:solidFill>
          <a:ln w="1905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9A3412"/>
                </a:solidFill>
                <a:latin typeface="Calibri"/>
              </a:rPr>
              <a:t>ACTIONS</a:t>
            </a:r>
          </a:p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What nobody has done yet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155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Everything except stance is public record.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That is what makes this an instrument you can build before you have spoken to anybody.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The layers are governments, not map furniture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75569"/>
                </a:solidFill>
                <a:latin typeface="Calibri"/>
              </a:rPr>
              <a:t>Superior, Arizona. The question isn't “are chickens allowed.” It's whose rule wins.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2103120" cy="86868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A4"/>
                </a:solidFill>
                <a:latin typeface="Calibri"/>
              </a:rP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468880"/>
            <a:ext cx="89885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6517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HB2325 (2024) limits how far a town can restrict residential fowl — but only for code adopted after it 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93008"/>
            <a:ext cx="2103120" cy="868680"/>
          </a:xfrm>
          <a:prstGeom prst="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21A8"/>
                </a:solidFill>
                <a:latin typeface="Calibri"/>
              </a:rPr>
              <a:t>COUNTY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3493008"/>
            <a:ext cx="89885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67588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Pinal County's animal ordinance sets a concrete standard: max 6 hens, 100 ft setback.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17136"/>
            <a:ext cx="2103120" cy="868680"/>
          </a:xfrm>
          <a:prstGeom prst="rect">
            <a:avLst/>
          </a:prstGeom>
          <a:solidFill>
            <a:srgbClr val="FFEDD5"/>
          </a:solidFill>
          <a:ln w="1905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73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3412"/>
                </a:solidFill>
                <a:latin typeface="Calibri"/>
              </a:rPr>
              <a:t>MUNICIPALITY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4517136"/>
            <a:ext cx="89885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700016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Town code may prohibit fowl outright — and may predate the preemption. Nobody has verified which.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solidFill>
            <a:srgbClr val="FFFBEB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92400E"/>
                </a:solidFill>
                <a:latin typeface="Calibri"/>
              </a:rPr>
              <a:t>Three governments. Three answers. One back yard.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THE HONEST 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Every parcel is Unknown until somebody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3566160" cy="11887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166534"/>
                </a:solidFill>
                <a:latin typeface="Calibri"/>
              </a:rPr>
              <a:t>PRO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They said 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5968" y="2103120"/>
            <a:ext cx="3566160" cy="1188720"/>
          </a:xfrm>
          <a:prstGeom prst="rect">
            <a:avLst/>
          </a:prstGeom>
          <a:solidFill>
            <a:srgbClr val="FEE2E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991B1B"/>
                </a:solidFill>
                <a:latin typeface="Calibri"/>
              </a:rPr>
              <a:t>CON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They said so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2103120"/>
            <a:ext cx="3566160" cy="1188720"/>
          </a:xfrm>
          <a:prstGeom prst="rect">
            <a:avLst/>
          </a:prstGeom>
          <a:solidFill>
            <a:srgbClr val="E2E8F0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475569"/>
                </a:solidFill>
                <a:latin typeface="Calibri"/>
              </a:rPr>
              <a:t>UNKNOWN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Nobody has 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Public record gives you lot size, zoning and ownership. It does not give you what a household thinks.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Inferring a stance from a yard sign or a neighbour's opinion puts words in someone's mouth — on a map you intend to show a council.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92040"/>
            <a:ext cx="11155680" cy="1234440"/>
          </a:xfrm>
          <a:prstGeom prst="rect">
            <a:avLst/>
          </a:prstGeom>
          <a:solidFill>
            <a:srgbClr val="FFFBEB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92400E"/>
                </a:solidFill>
                <a:latin typeface="Calibri"/>
              </a:rPr>
              <a:t>A large Unknown count is not a failure. It is the work remaining.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And it is the number to bring when someone claims the neighbourhood is against something.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What you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Live tally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Pro / con / unknown, updating as you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6824" y="201168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Deep links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 URL that opens on one parcel, popup already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0728" y="201168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Drawn polygons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Sketch a boundary, name it, drag its vertices to reshape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Basemaps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Satellite for arguments about setbacks and what's really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342900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GeoJSON round-trip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Export the whole issue, reload it intact, or open it in QGIS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0728" y="3429000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SVG · PNG · Print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For a flyer, a council packet, or a door-knock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Field-level schema and its traps: tools/schemas/issue-polygon-map.md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E"/>
                </a:solidFill>
                <a:latin typeface="Calibri"/>
              </a:rPr>
              <a:t>WHEN TO USE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It needs nobody's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The RCN instruments are ordered by how much relationship they require. This one is near the front.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5486400" cy="1920240"/>
          </a:xfrm>
          <a:prstGeom prst="rect">
            <a:avLst/>
          </a:prstGeom>
          <a:solidFill>
            <a:srgbClr val="FFFBEB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500" b="1">
                <a:solidFill>
                  <a:srgbClr val="92400E"/>
                </a:solidFill>
                <a:latin typeface="Calibri"/>
              </a:rPr>
              <a:t>NO CONSENT NEEDED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Issue Polygon Map · Graph Tool · EIP sketch · FedWiki pages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Assembled from public record. Build it before the first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514600"/>
            <a:ext cx="54864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500" b="1">
                <a:solidFill>
                  <a:srgbClr val="475569"/>
                </a:solidFill>
                <a:latin typeface="Calibri"/>
              </a:rPr>
              <a:t>RELATIONSHIP FIRST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e-VSM Survey · CAM field test · SODOTO · CfA-dSC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These ask something of people. They come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00600"/>
            <a:ext cx="1118311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A map built in an afternoon is a far better opening than an opinion.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What it can't do alone: say why the situation persists (Graph Tool), or when anything happened (Timeline).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THE BET UNDERNEATH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 boundary drawn in public,</a:t>
            </a:r>
          </a:p>
          <a:p>
            <a:pPr algn="l"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with its rules and its unknowns attached,</a:t>
            </a:r>
          </a:p>
          <a:p>
            <a:pPr algn="l"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changes the argument more than another opinion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A017"/>
                </a:solidFill>
                <a:latin typeface="Calibri"/>
              </a:rPr>
              <a:t>tools/issue-polygon-map.html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Introduction · User Manual · Schema reference in tools/schemas/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