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RCN Graph Diagramming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0FDFA"/>
                </a:solidFill>
              </a:rPr>
              <a:t>Thinking Clearly About Neighborhoods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0FDFA"/>
                </a:solidFill>
              </a:rPr>
              <a:t>A free, browser-based tool for community systems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DFA"/>
                </a:solidFill>
              </a:rPr>
              <a:t>ReLocalize Creativity Network  ·  Open source  ·  Free by design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Most neighborhood diagrams are just decorated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A PowerPoint arrow between "Community" and "Health Outcome" has no meaning.
It could mean causes, contains, funds, measures, or a dozen other things.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Two people look at the same diagram and walk away with different understandings.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The diagram looks like analysis but is actually ambiguous decoration.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Moving one node means manually re-routing every connected arrow.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You cannot query it, export it to a database, or detect feedback loops.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the RCN Graph Tool does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Structured data
from the first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Every node and edge is data. Nodes carry labels, properties, and notes. Edges know their source and target. Nothing is a decoration.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Multiple analytical
lenses on one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Causal loops, OPM relationships, risk factors, EIP domains, Wardley evolution — all applied to the same graph without re-drawing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No install.
No account.
No 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One HTML file. Open it in any browser. Run it offline, on a USB drive, in a community meeting room with no internet. Use Snapshot export to share a diagram as a single HTML file — the recipient opens it directly, no JSON companion needed.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Eight analytical modes — one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75569"/>
                </a:solidFill>
              </a:rPr>
              <a:t>Basic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6420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General drawing, driver trees, node/edge properties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61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CLD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Causal Loop Diagrams — loop detection, polarity propagation, animated causal chains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42032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615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OPM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017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Object Process Methodology — typed relationships, OPL sentence export (ISO 19450)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542032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15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EIP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017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Ecology · Institutions · Politics column overlay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5344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684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91B1B"/>
                </a:solidFill>
              </a:rPr>
              <a:t>NRM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370831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Neighborhood Risk Management — Tripod Beta causal 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95344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9684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Trace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370831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Pathway animation — walk an audience through a causal chain step by step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48655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321807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Wardley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241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Wardley Map grid — evolution axis and value chain positioning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248655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321807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75569"/>
                </a:solidFill>
              </a:rPr>
              <a:t>Layers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7241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Named layer visibility — show/hide domains without separate diagrams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CLD Mode — Seeing Feedback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Neighborhood systems are full of feedback. CLD mode makes loops visible and analyzable.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7510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Automatic loop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Every feedback loop is traced and classified as Reinforcing (R) or Balancing (B) based on the product of edge polarities. Labeled badges appear on the canvas.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Animated polarity propagation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Long-press any node, choose ↑ or ↓. The causal effect ripples outward hop by hop — green for reinforcing, red for balancing. Pause, replay, control speed.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3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Driver trees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Select any variable and open an Effects Tree (what does this affect?) or Causes Tree (what drives this?) — radial layout to any depth. Unique to this tool.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404103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Polarity and delay marks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Edges carry + or − polarity and a delay mark (double bar). These export to Vensim MDL and XMILE — the diagram becomes the starting point for simulation.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OPM Mode — Precise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4155"/>
                </a:solidFill>
              </a:rPr>
              <a:t>Object Process Methodology (ISO 19450 / Dov Dori). Every edge must declare what kind of relationship it 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53035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</a:rPr>
              <a:t>10 typed relationships — auto-suggested by the picker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Structural (Object → Object)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part of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a type of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exhibits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an instance of  ← new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Procedural (Object ↔ Process)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handles  ·  required by  ·  consumed by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yields  ·  affects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Process → Process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invokes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737360"/>
            <a:ext cx="5852160" cy="4663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810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DFA"/>
                </a:solidFill>
              </a:rPr>
              <a:t>OPL output — auto-generated from the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33172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F0FDFA"/>
                </a:solidFill>
                <a:latin typeface="Courier New"/>
              </a:rPr>
              <a:t>City of Bellingham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On Street Business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Restaurant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Ordering is a Process.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Cooking is a Process.</a:t>
            </a:r>
          </a:p>
          <a:p>
            <a:r>
              <a:rPr sz="1250">
                <a:solidFill>
                  <a:srgbClr val="FFFFFF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City of Bellingham consists of On Street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Business and Waterfront Businesses.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Restaurant is a type of On Street Business.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is an instance of Restaurant.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handles Ordering,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Cooking, and Serving.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four structural relations — being forced to choose clarifies thinking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part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Aggregation-Participation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Composition. Part → Whole.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41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"Engine is part of Car."
"Ordering is part of Restaurant Operations."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344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a type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Generalization-Specialization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Class hierarchy. Specific → General.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41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"Restaurant is a type of On Street Business."
"Failed Barrier is a type of Barrier."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exhibits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Exhibition-Characterization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Attribute → Object.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"Seating Capacity exhibits Restaurant."
"Crime Rate exhibits Neighborhood."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8862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an instance 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Classification-Instantiation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709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Individual →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"Bantam Restaurant is an instance of Restaurant."
"This incident is an instance of Theft."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OPD → OPL  The diagram speaks in plain English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4155"/>
                </a:solidFill>
              </a:rPr>
              <a:t>The OPD (Object Process Diagram) and the OPL (Object Process Language) are mirrors. They are generated from the same data and cannot drift apart.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5394960" cy="4572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DFA"/>
                </a:solidFill>
              </a:rPr>
              <a:t>What you draw in the diagram…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City of Bellingham  —[consists of]→  On Street Business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City of Bellingham  —[consists of]→  Waterfront Businesses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Restaurant  —[is a type of]→  On Street Business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—[is an instance of]→  Restaurant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Ordering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Cooking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Serving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783080"/>
            <a:ext cx="576072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470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…becomes this OPL text file: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394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City of Bellingham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On Street Business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Restaurant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City of Bellingham consists of On Street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  Business and Waterfront Businesses.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Restaurant is a type of On Street Business.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is an instance of Restaurant.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handles Ordering,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  Cooking, and Serving.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</a:rPr>
              <a:t>Compound sentences form automatically when the same subject has multiple relations of the same type.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NRM &amp; EIP — Understanding Risk 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</a:rPr>
              <a:t>NRM Mode — Neighborhood Risk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Implements the Tripod Beta accident causation model for community risk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Underlying Causes (dark red) — systemic root factors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Preconditions (orange) — enabling conditions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Immediate Causes (salmon) — direct triggers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Incident Trio — Agent · Object · Event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Barriers — Failed · Missing · Intact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Combines with CLD mode for feedback analysis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Export as NRM→Cypher for Neo4j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43000"/>
            <a:ext cx="56692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6A34"/>
                </a:solidFill>
              </a:rPr>
              <a:t>EIP Mode — Ecology · Institutions · Politics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1051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three-domain overlay for policy and governance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77440"/>
            <a:ext cx="5303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Three labeled columns: Ecology (green), Institutions (purple), Politics (blue)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Node placement becomes positionally meaningful — drag nodes into their domain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Pre-assigned color palettes per domain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Scales and pans with the diagram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Export to SVG/PNG for presentation and reports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Useful for: policy mapping, governance design, stakeholder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Export — your diagram lives beyond the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SVG · PNG (2×) · Copy to clipboard ·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Paste directly into PowerPoint or Google Slides.
Export SVG for documents that need to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430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18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URL encode · JSON ·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URL export encodes the full diagram in a link — share it, no file needed.
Snapshot downloads one HTML file with the diagram baked in — open in any browser, no companion file.
JSON is the lossless save format.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718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472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Cypher CREATE · MATCH import · OPM→Cypher · NRM→Cypher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Design schemas here, paste into Neo4j Browser.
Bring live graph data back with MATCH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9718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OPM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472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OPM→OPL · OPM→CSV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862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Plain-text OPL for documentation, CSV triples for
spreadsheets or other tools.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006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Vensim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760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Export .mdl · Export XMILE · Import .mdl · Import XMILE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Sketch causal structure here, move to Vensim
for simulation when ready.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8006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Graphviz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2760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Export .dot · Import .dot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715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Full round-trip with the Graphviz / Gephi ecosystem.
Colors, shapes, edge weights all preserved.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you can map for a neighborhood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Commercial district
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Map businesses by type (OPM: Classification-Instantiation), ownership structure (Aggregation-Participation), and governance relationships (EIP). Export OPL as documentation.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344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Causal chains in
community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Use NRM mode to trace from Underlying Causes through Preconditions to Incident. Identify missing or failed barriers. Switch to CLD to find reinforcing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Health systems
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Map service providers (Objects), care processes (Processes), and the relationships between them. Generate OPL for shared care plan documentation. Export Cypher for database integration.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Policy and
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Use EIP columns to position stakeholders, institutions, and ecological factors. Use Triples to attach agreements or interventions to specific causal links. Animate pathways with Trace mode for presentations.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Getting started — in under 5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32588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29844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Open the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373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Open graph-tool-v22.html in any modern browser.
No install. No account. No internet required after loading.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8872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32588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3448" y="129844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Set a model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17373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Type a name in the Model Name field at the top of the sidebar.
This becomes the filename for all exports.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7180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310896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Place nodes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204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+ Node, then click the canvas to place it.
Double-tap to type a label. Press n for sticky Node mode.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97180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310896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Draw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5204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+ Edge, then drag from source to target.
Press e for sticky Edge mode to chain many edges quickly.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" y="48920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86460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Choose a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3035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CLD for feedback loop analysis, OPM for typed relationships,
NRM for risk mapping, or EIP for domain overlay.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75488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48920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86460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53035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Export JSON to save. SVG/PNG for presentation.
URL to share as a link. Snapshot to share as a single file.
OPM→OPL for plain-text documentation.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Free. Open source. One file.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BD5E1"/>
                </a:solidFill>
              </a:rPr>
              <a:t>The RCN Graph Tool is the only free, browser-based tool that combines
Neo4j data modeling · Causal Loop Diagrams · OPM typed relationships · OPL export
Tripod Beta risk analysis · EIP overlay · Wardley mapping · Pathway animation
— all in a single HTML file, on the same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F766E"/>
                </a:solidFill>
              </a:rPr>
              <a:t>graph-tool-v22.html  ·  Introduction: graph-tool-intro.html  ·  Manual: graph-tool-manual.html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ReLocalize Creativity Network  ·  Open source  ·  Free by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