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RCN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0FDFA"/>
                </a:solidFill>
              </a:rPr>
              <a:t>Finding the one thing that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0FDFA"/>
                </a:solidFill>
              </a:rPr>
              <a:t>Look at hundreds of things at once. Pick one. See what it is connected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DFA"/>
                </a:solidFill>
              </a:rPr>
              <a:t>RCN Toolset  ·  open source, CC BY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Four hundred things is a picture of nothing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</a:rPr>
              <a:t>The 2017 Whatcom survey holds 189 organisations, 127 programmes, 46 themes and 28 people.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54864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91B1B"/>
                </a:solidFill>
              </a:rPr>
              <a:t>Drawn all at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409 things joined by 770 lines.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Every line crosses every other one.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No amount of zooming helps.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You cannot find anything in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94560"/>
            <a:ext cx="54864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6A34"/>
                </a:solidFill>
              </a:rPr>
              <a:t>Read as a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9260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Sort by whatever you care about.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Type a word to narrow it down.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Notice one funder beside 32 rows.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You find the thing in seconds.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766E"/>
                </a:solidFill>
              </a:rPr>
              <a:t>The table is how you find it. The drawing is what happens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Two different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A table answers:  which 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84832"/>
            <a:ext cx="502920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Scan, sort, filter, compare. Hundreds of rows at a glance, so you can pick the row that matters.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4864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A drawing answers:  connected to what?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84832"/>
            <a:ext cx="502920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One thing in the middle, everything it touches around it, every line saying what the relationship 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471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2976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410C"/>
                </a:solidFill>
              </a:rPr>
              <a:t>You almost always need them in that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006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4155"/>
                </a:solidFill>
              </a:rPr>
              <a:t>Asking "connected to what?" before you have answered "which one?" is exactly what produces the unreadable picture on the last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whole thing is four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70048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4155"/>
                </a:solidFill>
              </a:rPr>
              <a:t>Open the table. Sort it. Hide the columns that are mostly empty. Type a word to filter.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664208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402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70048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4155"/>
                </a:solidFill>
              </a:rPr>
              <a:t>Click a row. Everything known about it appears on the right.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664208"/>
            <a:ext cx="457200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21A8"/>
                </a:solidFill>
              </a:rPr>
              <a:t>Follow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70048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4155"/>
                </a:solidFill>
              </a:rPr>
              <a:t>Press Neighbourhood. That row becomes a drawing of what it touches.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2697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40" y="1664208"/>
            <a:ext cx="457200" cy="457200"/>
          </a:xfrm>
          <a:prstGeom prst="rect">
            <a:avLst/>
          </a:prstGeom>
          <a:solidFill>
            <a:srgbClr val="166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2402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6A34"/>
                </a:solidFill>
              </a:rPr>
              <a:t>Or place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670048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34155"/>
                </a:solidFill>
              </a:rPr>
              <a:t>Press Map instead and the same rows appear on the ground.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112471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976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766E"/>
                </a:solidFill>
              </a:rPr>
              <a:t>You never draw the whole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006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4155"/>
                </a:solidFill>
              </a:rPr>
              <a:t>You arrive at a small, specific picture because you asked for it — starting from a row you chose out of a 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Where everything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Top 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Two dropdowns choose which records and which kind of thing. Then a filter box, the row count, and the buttons.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Main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The rows. The first column is the name, and it is a link you can click.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3814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Right, 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The Inspector — everything known about whatever you have selected.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439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Right, bottom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The Columns list, with a tick box and a fullness percentage for each.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4982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Bottom strip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521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Which records, how many columns are showing, how many rows selected.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Finding a 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8483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Type in the box. It matches anywhere in any column you can see. The count becomes "24 of 189" so you know you are looking at a subset.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Sort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8483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Click a heading to sort, click again to reverse. Numbers sort as numbers, text alphabetically. You do not have to say which is which.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Fullness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0799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Hover a heading: "category — 28% filled". Real records are patchy, and it is better to know it than to guess.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86200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Careful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0799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Hiding a column also removes it from the filter. If a search is not finding something you know is there, check the column is showing.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Select one row: what is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</a:rPr>
              <a:t>Click any row. The panel on the right fills with everything known about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Inspector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475569"/>
                </a:solidFill>
              </a:rPr>
              <a:t>Name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whatcom community foundation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475569"/>
                </a:solidFill>
              </a:rPr>
              <a:t>sources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ENTITY, PROGRAM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475569"/>
                </a:solidFill>
              </a:rPr>
              <a:t>sector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NGO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475569"/>
                </a:solidFill>
              </a:rPr>
              <a:t>website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34155"/>
                </a:solidFill>
              </a:rPr>
              <a:t>http://www.whatcomcf.org/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75569"/>
                </a:solidFill>
              </a:rPr>
              <a:t>Attributes that are empty for this row are simply not shown.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Select several: what do they have in common?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</a:rPr>
              <a:t>Hold Cmd (or Ctrl) and click more rows. The panel keeps the same attributes and changes what it shows.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54864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6A34"/>
                </a:solidFill>
              </a:rPr>
              <a:t>Where they agree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475569"/>
                </a:solidFill>
              </a:rPr>
              <a:t>sources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34155"/>
                </a:solidFill>
              </a:rPr>
              <a:t>ENTITY, PERSON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475569"/>
                </a:solidFill>
              </a:rPr>
              <a:t>sector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34155"/>
                </a:solidFill>
              </a:rPr>
              <a:t>Civil Society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94560"/>
            <a:ext cx="54864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91B1B"/>
                </a:solidFill>
              </a:rPr>
              <a:t>Where they differ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8803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475569"/>
                </a:solidFill>
              </a:rPr>
              <a:t>Name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34155"/>
                </a:solidFill>
              </a:rPr>
              <a:t>[...] 2 values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475569"/>
                </a:solidFill>
              </a:rPr>
              <a:t>website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334155"/>
                </a:solidFill>
              </a:rPr>
              <a:t>[...] 2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2410C"/>
                </a:solidFill>
              </a:rPr>
              <a:t>Thirty-four columns collapse to the four that carry the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Patchy records, shown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Every column is listed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With a tick box and how full it is. Untick to hide, tick to bring it 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523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Thin ones start hidden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A column filled for fewer than one row in ten is out of the way — but still listed, never dropped.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953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Nothing is invented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An empty cell stays empty. The table does not guess, average or fill anything in for you.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834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383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</a:rPr>
              <a:t>Empty can still matter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A column empty for most rows may be exactly the one that matters for the row you care about. So you can always show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table inside a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</a:rPr>
              <a:t>A wiki page is far too narrow for 189 rows, so the page shows the shape of the table instead.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493776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whatcom · 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240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0F766E"/>
                </a:solidFill>
              </a:rPr>
              <a:t>189×6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Name   sources   address  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D4ED8"/>
                </a:solidFill>
              </a:rPr>
              <a:t>Bellingham Neighborhood Association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D4ED8"/>
                </a:solidFill>
              </a:rPr>
              <a:t>Bellingham School District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D4ED8"/>
                </a:solidFill>
              </a:rPr>
              <a:t>Family Care Network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4526280"/>
            <a:ext cx="2011680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4590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Open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03120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402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The dimensions, not the 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70048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Big type says how much there is. The column names are chips, the first rows are links.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703320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840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Hover a column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270248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Any chart on the same page responds to it. Nothing had to be wired up for that to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Open Table gives you the whole thing, full width, still tied to the page.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Every name is a link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Click a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That subject opens beside the table — its own page, with whatever anyone has written there.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52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Often the page is empty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You get an invitation to write one. This is normal, and it is useful: it records that the thing was referred 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95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In the Whatcom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55 organisations, themes and people are named by some table without ever having a row of their 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834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38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Everything agrees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A row here, a shape in a drawing, and a name typed in a sentence all lead to the same page, because they name the same 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Follow a row into a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</a:rPr>
              <a:t>Select exactly one row and press Neighbourhood. The drawing opens with: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21A8"/>
                </a:solidFill>
              </a:rPr>
              <a:t>Your row in the middle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87752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Drawn with a thick border, so you always know where you started from.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65960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21A8"/>
                </a:solidFill>
              </a:rPr>
              <a:t>What it touches, around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87752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One ring of everything directly connected. Colour says what kind of thing each one 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69079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21A8"/>
                </a:solidFill>
              </a:rPr>
              <a:t>Every line says what it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90871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funded by. part of. addresses. No unlabelled arrows to guess 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069079"/>
            <a:ext cx="54864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21A8"/>
                </a:solidFill>
              </a:rPr>
              <a:t>One foundation, 32 grants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690871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Whatcom Community Foundation and everything it funded — clear, where the whole graph was not.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75569"/>
                </a:solidFill>
              </a:rPr>
              <a:t>The button is greyed out unless exactly one row is selected — a neighbourhood is a picture of one thing.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picture grows, it is not replaced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21A8"/>
                </a:solidFill>
              </a:rPr>
              <a:t>Expand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Click any shape in the drawing and press Expand. Its own connections arrive and attach to what is already on screen.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523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21A8"/>
                </a:solidFill>
              </a:rPr>
              <a:t>Nothing is drawn twice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If something arriving is already there, the new line goes to the shape already on the canvas.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953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21A8"/>
                </a:solidFill>
              </a:rPr>
              <a:t>So two paths can meet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Expand two organisations and a shared funder appears once, joined to both. That is the point of growing in place.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8348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383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21A8"/>
                </a:solidFill>
              </a:rPr>
              <a:t>Collapse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Takes back exactly what that expansion brought in, and nothing that was there before you pressed Expand.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6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same rows, on the 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</a:rPr>
              <a:t>Select rows and press Map. Unlike Neighbourhood this does not need exactly one row — a map of many things is the normal case.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54864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6A34"/>
                </a:solidFill>
              </a:rPr>
              <a:t>Points stay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79192"/>
            <a:ext cx="5029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A person, a building, an NDC. Selected rows are larger and amber so you can see what you brought.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57400"/>
            <a:ext cx="54864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6A34"/>
                </a:solidFill>
              </a:rPr>
              <a:t>Areas are drawn as areas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79192"/>
            <a:ext cx="5029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A watershed is a shape. Shrinking it to a dot throws away the only thing that made it a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69079"/>
            <a:ext cx="54864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6A34"/>
                </a:solidFill>
              </a:rPr>
              <a:t>The links come too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90871"/>
            <a:ext cx="5029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A dashed line between two located things, labelled with what it is. A map of pins is a picture of coordinates.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069079"/>
            <a:ext cx="54864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6A34"/>
                </a:solidFill>
              </a:rPr>
              <a:t>Nothing is hidden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690871"/>
            <a:ext cx="50292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The header says how many rows had no location, rather than quietly showing you a smaller world.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75569"/>
                </a:solidFill>
              </a:rPr>
              <a:t>Leo's NDC draws with lines to the four named areas that contain it — the town, the county, two watersheds. Nobody typed that in; it was worked out from the shapes.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Where a point on the map came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7218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6A34"/>
                </a:solidFill>
              </a:rPr>
              <a:t>Some were surveyed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The location was recorded with the rest of the information. That is the strongest kind.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78024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328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6A34"/>
                </a:solidFill>
              </a:rPr>
              <a:t>Some came from an 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522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Worked out from the street address afterwards. The map records the address it asked about and what was found.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38728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9359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6A34"/>
                </a:solidFill>
              </a:rPr>
              <a:t>Most name a room, not a building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95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Suite 204. #D-1. Ste 102. Those are looked up without the suite, which finds the building.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99431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54295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6A34"/>
                </a:solidFill>
              </a:rPr>
              <a:t>Every result is checked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56631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A wrong answer looks exactly like a right one. Asking for a Lynden street returned the same street in Seattle, 145km away.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60136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714999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6A34"/>
                </a:solidFill>
              </a:rPr>
              <a:t>39 of 42 found, 3 left 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1733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No coordinate at all rather than an approximate one. A point you cannot trust is worse than a gap you can see.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Taking it with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8483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Downloads what you can currently see — after filtering, in the order you sorted, with only the columns showing. Opens in any spreadsheet.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Send to the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8483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Puts the current view back on the wiki page as something others can read and follow. Carries up to 200 rows, and says the true total.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The address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0799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Every step you take is in the page address. Paste it to someone and they arrive exactly where you are.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86200"/>
            <a:ext cx="548640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</a:rPr>
              <a:t>Nothing is locked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07992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Open source, CC BY 4.0. Your records stay yours, in files you can read, on machines you control.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it will 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It does not change your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Sort, filter, select, follow. Nothing you do in the table can alter the underlying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It is not a spreadsheet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9339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Typing new information in is a different job, with different risks, kept deliberately somewhere else.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54864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It will not guess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50791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Empty stays empty. Two names that might be the same thing are reported to you, never quietly merged.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429000"/>
            <a:ext cx="54864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It will not hide trouble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50791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If the records cannot be reached you get a message, not a blank screen pretending everything is fine.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766E"/>
                </a:solidFill>
              </a:rPr>
              <a:t>Start here:  open the table, sort a column, click a row — then Neighbourhood, or 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