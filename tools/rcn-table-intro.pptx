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RCN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0FDFA"/>
                </a:solidFill>
              </a:rPr>
              <a:t>Finding the one thing that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0FDFA"/>
                </a:solidFill>
              </a:rPr>
              <a:t>Look at hundreds of things at once. Pick one. See what it is connected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DFA"/>
                </a:solidFill>
              </a:rPr>
              <a:t>RCN Toolset  ·  open source, CC BY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Four hundred things is a picture of nothing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34155"/>
                </a:solidFill>
              </a:rPr>
              <a:t>The 2017 Whatcom survey holds 189 organisations, 127 programmes, 46 themes and 28 people.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548640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991B1B"/>
                </a:solidFill>
              </a:rPr>
              <a:t>Drawn all at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2608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409 things joined by 770 lines.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Every line crosses every other one.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No amount of zooming helps.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You cannot find anything in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194560"/>
            <a:ext cx="548640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66A34"/>
                </a:solidFill>
              </a:rPr>
              <a:t>Read as a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926080"/>
            <a:ext cx="5029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Sort by whatever you care about.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Type a word to narrow it down.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Notice one funder beside 32 rows.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34155"/>
                </a:solidFill>
              </a:rPr>
              <a:t>You find the thing in seconds.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F766E"/>
                </a:solidFill>
              </a:rPr>
              <a:t>The table is how you find it. The drawing is what happens next.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Two different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48640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A table answers:  which 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84832"/>
            <a:ext cx="5029200" cy="132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Scan, sort, filter, compare. Hundreds of rows at a glance, so you can pick the row that matters.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48640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00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A drawing answers:  connected to what?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84832"/>
            <a:ext cx="5029200" cy="132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One thing in the middle, everything it touches around it, every line saying what the relationship 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2976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2410C"/>
                </a:solidFill>
              </a:rPr>
              <a:t>You almost always need them in that order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006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Asking "connected to what?" before you have answered "which one?" is exactly what produces the unreadable picture on the last slide.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whole thing is four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69748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64208"/>
            <a:ext cx="457200" cy="457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70048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4155"/>
                </a:solidFill>
              </a:rPr>
              <a:t>Open the table. Sort it. Hide the columns that are mostly empty. Type a word to filter.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9748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11880" y="1664208"/>
            <a:ext cx="457200" cy="457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24028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Select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670048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4155"/>
                </a:solidFill>
              </a:rPr>
              <a:t>Click a row. Everything known about it appears on the right.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463040"/>
            <a:ext cx="269748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60" y="1664208"/>
            <a:ext cx="457200" cy="45720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24028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21A8"/>
                </a:solidFill>
              </a:rPr>
              <a:t>Follow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670048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4155"/>
                </a:solidFill>
              </a:rPr>
              <a:t>Press Neighbourhood. That row becomes a drawing of what it touches.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1463040"/>
            <a:ext cx="269748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64040" y="1664208"/>
            <a:ext cx="457200" cy="45720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240280"/>
            <a:ext cx="2240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21A8"/>
                </a:solidFill>
              </a:rPr>
              <a:t>Grow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670048"/>
            <a:ext cx="2240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4155"/>
                </a:solidFill>
              </a:rPr>
              <a:t>Press Expand on anything in the drawing. One more hop arrives.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14800"/>
            <a:ext cx="1124712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2976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766E"/>
                </a:solidFill>
              </a:rPr>
              <a:t>You never draw the whole 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8006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You arrive at a small, specific picture because you asked for it — starting from a row you chose out of a list.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Where everything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2646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Top bar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Two dropdowns choose which records and which kind of thing. Then a filter box, the row count, and the buttons.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7744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3230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Main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The rows. The first column is the name, and it is a link you can click.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3832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43814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Right, 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The Inspector — everything known about whatever you have selected.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8912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4398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Right, bottom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4632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The Columns list, with a tick box and a fullness percentage for each.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4982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Bottom strip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521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Which records, how many columns are showing, how many rows selected.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Finding a 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Filter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8483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Type in the box. It matches anywhere in any column you can see. The count becomes "24 of 189" so you know you are looking at a subset.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00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Sort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8483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Click a heading to sort, click again to reverse. Numbers sort as numbers, text alphabetically. You do not have to say which is which.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Fullness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0799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Hover a heading: "category — 28% filled". Real records are patchy, and it is better to know it than to guess.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23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Careful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0799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Hiding a column also removes it from the filter. If a search is not finding something you know is there, check the column is showing.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Select one row: what is this?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34155"/>
                </a:solidFill>
              </a:rPr>
              <a:t>Click any row. The panel on the right fills with everything known about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11247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Inspector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475569"/>
                </a:solidFill>
              </a:rPr>
              <a:t>Name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34155"/>
                </a:solidFill>
              </a:rPr>
              <a:t>whatcom community foundation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475569"/>
                </a:solidFill>
              </a:rPr>
              <a:t>sources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34155"/>
                </a:solidFill>
              </a:rPr>
              <a:t>ENTITY, PROGRAM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475569"/>
                </a:solidFill>
              </a:rPr>
              <a:t>sector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34155"/>
                </a:solidFill>
              </a:rPr>
              <a:t>NGO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475569"/>
                </a:solidFill>
              </a:rPr>
              <a:t>website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334155"/>
                </a:solidFill>
              </a:rPr>
              <a:t>http://www.whatcomcf.org/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475569"/>
                </a:solidFill>
              </a:rPr>
              <a:t>Attributes that are empty for this row are simply not shown.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Select several: what do they have in common?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</a:rPr>
              <a:t>Hold Cmd (or Ctrl) and click more rows. The panel keeps the same attributes and changes what it shows.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54864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6A34"/>
                </a:solidFill>
              </a:rPr>
              <a:t>Where they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03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475569"/>
                </a:solidFill>
              </a:rPr>
              <a:t>sources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34155"/>
                </a:solidFill>
              </a:rPr>
              <a:t>ENTITY, PERSON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75569"/>
                </a:solidFill>
              </a:rPr>
              <a:t>sector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34155"/>
                </a:solidFill>
              </a:rPr>
              <a:t>Civil Society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194560"/>
            <a:ext cx="54864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91B1B"/>
                </a:solidFill>
              </a:rPr>
              <a:t>Where they differ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8803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475569"/>
                </a:solidFill>
              </a:rPr>
              <a:t>Name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34155"/>
                </a:solidFill>
              </a:rPr>
              <a:t>[...] 2 values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75569"/>
                </a:solidFill>
              </a:rPr>
              <a:t>website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34155"/>
                </a:solidFill>
              </a:rPr>
              <a:t>[...] 2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2410C"/>
                </a:solidFill>
              </a:rPr>
              <a:t>Thirty-four columns collapse to the four that carry the answer.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Patchy records, shown honestly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Every column is listed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With a tick box and how full it is. Untick to hide, tick to bring it back.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97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52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Thin ones start hidden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A column filled for fewer than one row in ten is out of the way — but still listed, never dropped.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95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Nothing is invented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An empty cell stays empty. The table does not guess, average or fill anything in for you.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038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Empty can still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A column empty for most rows may be exactly the one that matters for the row you care about. So you can always show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table inside a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</a:rPr>
              <a:t>A wiki page is far too narrow for 189 rows, so the page shows the shape of the table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493776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</a:rPr>
              <a:t>whatcom · 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22402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600" b="1" i="0">
                <a:solidFill>
                  <a:srgbClr val="0F766E"/>
                </a:solidFill>
              </a:rPr>
              <a:t>189×6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</a:rPr>
              <a:t>Name   sources   address  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1D4ED8"/>
                </a:solidFill>
              </a:rPr>
              <a:t>Bellingham Neighborhood Association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D4ED8"/>
                </a:solidFill>
              </a:rPr>
              <a:t>Bellingham School District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1D4ED8"/>
                </a:solidFill>
              </a:rPr>
              <a:t>Family Care Network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20240" y="4526280"/>
            <a:ext cx="2011680" cy="38404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0240" y="45902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Open 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103120"/>
            <a:ext cx="53949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240279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</a:rPr>
              <a:t>The dimensions, not the grid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670048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Big type says how much there is. The column names are chips, the first rows are links.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703320"/>
            <a:ext cx="53949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3840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</a:rPr>
              <a:t>Hover a column 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4270248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Any chart on the same page responds to it. Nothing had to be wired up for that to work.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492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75569"/>
                </a:solidFill>
              </a:rPr>
              <a:t>Open Table gives you the whole thing, full width, still tied to the page.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Every name is a link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</a:rPr>
              <a:t>Click a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That subject opens beside the table — its own page, with whatever anyone has written there.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97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5234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</a:rPr>
              <a:t>Often the page is empty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You get an invitation to write one. This is normal, and it is useful: it records that the thing was referred 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9534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</a:rPr>
              <a:t>In the Whatcom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55 organisations, themes and people are named by some table without ever having a row of their own.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03834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</a:rPr>
              <a:t>Everything agrees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A row here, a shape in a drawing, and a name typed in a sentence all lead to the same page, because they name the same thing.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Follow a row into a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</a:rPr>
              <a:t>Select exactly one row and press Neighbourhood. The drawing opens with: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659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21A8"/>
                </a:solidFill>
              </a:rPr>
              <a:t>Your row in the middle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87752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Drawn with a thick border, so you always know where you started from.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659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21A8"/>
                </a:solidFill>
              </a:rPr>
              <a:t>What it touches, around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587752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One ring of everything directly connected. Colour says what kind of thing each one 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69079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206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21A8"/>
                </a:solidFill>
              </a:rPr>
              <a:t>Every line says what it 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90871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funded by. part of. addresses. No unlabelled arrows to guess 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069079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206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21A8"/>
                </a:solidFill>
              </a:rPr>
              <a:t>One foundation, 32 grants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690871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Whatcom Community Foundation and everything it funded — clear, where the whole graph was not.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75569"/>
                </a:solidFill>
              </a:rPr>
              <a:t>The button is greyed out unless exactly one row is selected — a neighbourhood is a picture of one thing.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picture grows, it is not replaced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9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Expand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Click any shape in the drawing and press Expand. Its own connections arrive and attach to what is already on screen.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97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52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Nothing is drawn twice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If something arriving is already there, the new line goes to the shape already on the canvas.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895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So two paths can meet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Expand two organisations and a shared funder appears once, joined to both. That is the point of growing in place.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8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03834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Collapse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406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Takes back exactly what that expansion brought in, and nothing that was there before you pressed Expand.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Taking it with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8483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Downloads what you can currently see — after filtering, in the order you sorted, with only the columns showing. Opens in any spreadsheet.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46304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00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Send to the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8483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Puts the current view back on the wiki page as something others can read and follow. Carries up to 200 rows, and says the true total.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8620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The address bar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0799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Every step you take is in the page address. Paste it to someone and they arrive exactly where you are.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886200"/>
            <a:ext cx="548640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23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Nothing is locked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07992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Open source, CC BY 4.0. Your records stay yours, in files you can read, on machines you control.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it will 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It does not change your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93392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Sort, filter, select, follow. Nothing you do in the table can alter the underlying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548640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08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It is not a spreadsheet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993392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Typing new information in is a different job, with different risks, kept deliberately somewhere else.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429000"/>
            <a:ext cx="548640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66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It will not guess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50791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Empty stays empty. Two names that might be the same thing are reported to you, never quietly merged.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429000"/>
            <a:ext cx="5486400" cy="1783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566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It will not hide trouble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050791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5"/>
                </a:solidFill>
              </a:rPr>
              <a:t>If the records cannot be reached you get a message, not a blank screen pretending everything is fine.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F766E"/>
                </a:solidFill>
              </a:rPr>
              <a:t>Start here:  open the table, sort a column, click a row, press Neighbourhood.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