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⏳  RCN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290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BD5E1"/>
                </a:solidFill>
                <a:latin typeface="Calibri"/>
              </a:rPr>
              <a:t>A computable, reusable way to put things in time —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CBD5E1"/>
                </a:solidFill>
                <a:latin typeface="Calibri"/>
              </a:rPr>
              <a:t>spans, durations, and place on a timeline — that a group can make more accurate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THE TEMPORAL LAYER · SIBLING OF THE GRAPH TOOL AND THE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We could draw cause and space. Time was left.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RCN Timeline · Prototype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The Graph Tool gives us causal models. The Map gives us spatial models. Both are mature.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Time — duration, span, sequence, when-did-what-happen — had no first-class tool. It showed up as an axis on a chart or a caption on a slide, never as an object you could place, relate, and reason over.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D4ED8"/>
                </a:solidFill>
                <a:latin typeface="Calibri"/>
              </a:rPr>
              <a:t>RCN Timeline makes time that kind of object.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Three tools, one shape: regions + typed 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RCN Timeline · Prototype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8600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>
              <a:spcAft>
                <a:spcPts val="8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🔗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Causality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Nodes + causal edges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the Graph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228600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>
              <a:spcAft>
                <a:spcPts val="8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🗺️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Space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Geometry + topology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the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2286000"/>
            <a:ext cx="3383280" cy="292608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>
              <a:spcAft>
                <a:spcPts val="8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⏳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Time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Intervals + Allen relations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this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A moment in time is an interval on a line. The relations between intervals form a small, closed, computable algebra — Allen's 13 relations. That is time's version of +/− edges or contains/overlaps.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WHAT SETS IT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Four ideas — not a Gantt chart, not a slideshow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RCN Timeline · Prototype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FUZZY   </a:t>
            </a:r>
            <a:r>
              <a:rPr sz="1500">
                <a:solidFill>
                  <a:srgbClr val="1E293B"/>
                </a:solidFill>
                <a:latin typeface="Calibri"/>
              </a:rPr>
              <a:t>Time is allowed to be uncertain. Every span has a soft, fading edge — history shows as a widening band, not a fake-crisp bar.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RELATIONAL   </a:t>
            </a:r>
            <a:r>
              <a:rPr sz="1500">
                <a:solidFill>
                  <a:srgbClr val="1E293B"/>
                </a:solidFill>
                <a:latin typeface="Calibri"/>
              </a:rPr>
              <a:t>You don't need the dates. Say “pilot before grant,” and a solver places things. Group knowledge composes into something tighter than anyone knew.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MOVABLE   </a:t>
            </a:r>
            <a:r>
              <a:rPr sz="1500">
                <a:solidFill>
                  <a:srgbClr val="1E293B"/>
                </a:solidFill>
                <a:latin typeface="Calibri"/>
              </a:rPr>
              <a:t>Drag to plan and forecast. Floating events slide within their constraints; rigid links haul neighbours along; push past a deadline and it turns red.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DUAL FACE   </a:t>
            </a:r>
            <a:r>
              <a:rPr sz="1500">
                <a:solidFill>
                  <a:srgbClr val="1E293B"/>
                </a:solidFill>
                <a:latin typeface="Calibri"/>
              </a:rPr>
              <a:t>Say it or drag it — one fact. Typing “Report = Jan 2026 .. Jun 2026” and dragging a bar's edge are two views of the same assertion.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FUZZY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A bar you can be partly sure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RCN Timeline · Prototype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Every interval has a solid CORE — the part you're certain of — and soft SHOULDERS that fade out: the uncertainty.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An event you know happened “sometime in 2018” gets a wide shoulder; a signed contract gets none. The picture tells you how solid each claim is.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Dates always read as Mon D, YYYY — never a decimal. The axis adapts: years → months → days as you zoom.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Confidence tints the bar: shaky claims literally look fainter.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TWO KINDS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Pinned facts · floating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RCN Timeline · Prototype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94560"/>
            <a:ext cx="5120640" cy="3108960"/>
          </a:xfrm>
          <a:prstGeom prst="rect">
            <a:avLst/>
          </a:prstGeom>
          <a:solidFill>
            <a:srgbClr val="E0E7FF"/>
          </a:solidFill>
          <a:ln w="1905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📌  Pinned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Anchored to the calendar. Solid outline, a pin, a drop-line to the axis. Won't move when neighbours shift.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For facts and hard deadlines.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194560"/>
            <a:ext cx="51206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Floating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Dashed outline. The solver positions it from its links; you nudge it within what they allow.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For anything planned, forecast, or not yet firmly dated.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You can always widen a pinned fact's uncertainty — but never silently slide it to a new date. The record can't be falsified by a stray gesture.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before (loose) · meets (rigid)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RCN Timeline · Prototype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0">
                <a:solidFill>
                  <a:srgbClr val="1E293B"/>
                </a:solidFill>
                <a:latin typeface="Calibri"/>
              </a:rPr>
              <a:t>before — A ends no later than B starts, gap allowed. The gap is SLACK, shown on the link. Drag A later and it eventually pushes B; drag B earlier and it stops at A's wall.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⊣⊢  </a:t>
            </a:r>
            <a:r>
              <a:rPr sz="1800" b="0">
                <a:solidFill>
                  <a:srgbClr val="1E293B"/>
                </a:solidFill>
                <a:latin typeface="Calibri"/>
              </a:rPr>
              <a:t>meets — B starts exactly when A ends, welded. Move one and the other follows as a block.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D4ED8"/>
                </a:solidFill>
                <a:latin typeface="Calibri"/>
              </a:rPr>
              <a:t>Critical-path and slack behaviour aren't features you set — they fall out of the relations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THE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It re-solves after every edit — and flags what can't be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RCN Timeline · Prototype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Links propagate forward in time; floating intervals move so the relations hold.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Two things it can't satisfy turn RED — the link, the object, and an issues list: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977639"/>
            <a:ext cx="10424160" cy="1737360"/>
          </a:xfrm>
          <a:prstGeom prst="rect">
            <a:avLst/>
          </a:prstGeom>
          <a:solidFill>
            <a:srgbClr val="FEF2F2"/>
          </a:solidFill>
          <a:ln w="1587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⚠  </a:t>
            </a:r>
            <a:r>
              <a:rPr sz="1600" b="0">
                <a:solidFill>
                  <a:srgbClr val="991B1B"/>
                </a:solidFill>
                <a:latin typeface="Calibri"/>
              </a:rPr>
              <a:t>A link that would move a PINNED interval — a task pushed past a hard deadline.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⚠  </a:t>
            </a:r>
            <a:r>
              <a:rPr sz="1600" b="0">
                <a:solidFill>
                  <a:srgbClr val="991B1B"/>
                </a:solidFill>
                <a:latin typeface="Calibri"/>
              </a:rPr>
              <a:t>A CYCLE that can never all be true — A before B before A.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7F1D1D"/>
                </a:solidFill>
                <a:latin typeface="Calibri"/>
              </a:rPr>
              <a:t>Contradictions are a feature: the tool shows exactly where the plan breaks — or where two accounts disagree — instead of averaging it away.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ACCURACY IS A GROUP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Everyone contributes bounds, not “the date”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RCN Timeline · Prototype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Nobody asserts THE date. Everyone contributes bounds they can defend — each carrying who said it and on what evidence.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Contributions only NARROW the uncertainty, so refining a timeline is a barn-raising, not a turf war.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When two claims genuinely conflict, the tool points at the exact disagreement.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The past converges toward truth as evidence accrues. The future converges toward the best shared forecast — and, later, predictions can be scored as they come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SHARE WHAT YOU MAKE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Self-contained links · SVG · PNG ·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RCN Timeline · Prototype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🔗  </a:t>
            </a:r>
            <a:r>
              <a:rPr sz="1800" b="0">
                <a:solidFill>
                  <a:srgbClr val="1E293B"/>
                </a:solidFill>
                <a:latin typeface="Calibri"/>
              </a:rPr>
              <a:t>Copy link — any object makes a link that reopens THIS exact timeline and highlights it. Paste into a doc, chat, or FedWiki page.</a:t>
            </a:r>
          </a:p>
          <a:p>
            <a:pPr algn="l">
              <a:spcAft>
                <a:spcPts val="13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🖼  </a:t>
            </a:r>
            <a:r>
              <a:rPr sz="1800" b="0">
                <a:solidFill>
                  <a:srgbClr val="1E293B"/>
                </a:solidFill>
                <a:latin typeface="Calibri"/>
              </a:rPr>
              <a:t>SVG / PNG — export the picture (fit to content, white background) — the same exports the Graph Tool offers.</a:t>
            </a:r>
          </a:p>
          <a:p>
            <a:pPr algn="l">
              <a:spcAft>
                <a:spcPts val="13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{ }  </a:t>
            </a:r>
            <a:r>
              <a:rPr sz="1800" b="0">
                <a:solidFill>
                  <a:srgbClr val="1E293B"/>
                </a:solidFill>
                <a:latin typeface="Calibri"/>
              </a:rPr>
              <a:t>JSON — the whole model, with dates as readable strings and a stable id on every object.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Because there's no server yet, a link carries the timeline inside the URL — great for “here's what I'm looking at,” long for big timelines.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WHERE IT'S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v0 is for play — here's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RCN Timeline · Prototype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Richer historical dating — “circa 1200,” decades, “unknown,” open-ended spans.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Branching scenarios — compare “what if the grant slips” against the baseline.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Forecaster calibration — good predictions become earned standing over time.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●  </a:t>
            </a:r>
            <a:r>
              <a:rPr sz="1800" b="0">
                <a:solidFill>
                  <a:srgbClr val="1E293B"/>
                </a:solidFill>
                <a:latin typeface="Calibri"/>
              </a:rPr>
              <a:t>Bridges — a Graph node or a Map parcel carries its own interval, so one temporal layer sits beneath all three tools.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Put things in time —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  <a:latin typeface="Calibri"/>
              </a:rPr>
              <a:t>Fuzzy · relational · movable · provenanced · linkable. Open rcn-timeline.html and play.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RCN TIMELINE · PROTOTYPE v0 · SEE THE INTRO AND USER MANUAL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