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554480"/>
            <a:ext cx="10058400" cy="365760"/>
          </a:xfrm>
          <a:prstGeom prst="rect">
            <a:avLst/>
          </a:prstGeom>
          <a:noFill/>
        </p:spPr>
        <p:txBody>
          <a:bodyPr wrap="square">
            <a:spAutoFit/>
          </a:bodyPr>
          <a:lstStyle/>
          <a:p>
            <a:pPr algn="l"/>
            <a:r>
              <a:rPr sz="1300" b="1" i="0">
                <a:solidFill>
                  <a:srgbClr val="E0E7FF"/>
                </a:solidFill>
                <a:latin typeface="Calibri"/>
              </a:rPr>
              <a:t>RCN TOOLSET  ·  SUBSTRATE LENS</a:t>
            </a:r>
          </a:p>
        </p:txBody>
      </p:sp>
      <p:sp>
        <p:nvSpPr>
          <p:cNvPr id="4" name="TextBox 3"/>
          <p:cNvSpPr txBox="1"/>
          <p:nvPr/>
        </p:nvSpPr>
        <p:spPr>
          <a:xfrm>
            <a:off x="822960" y="2011680"/>
            <a:ext cx="10515600" cy="1143000"/>
          </a:xfrm>
          <a:prstGeom prst="rect">
            <a:avLst/>
          </a:prstGeom>
          <a:noFill/>
        </p:spPr>
        <p:txBody>
          <a:bodyPr wrap="square">
            <a:spAutoFit/>
          </a:bodyPr>
          <a:lstStyle/>
          <a:p>
            <a:pPr algn="l"/>
            <a:r>
              <a:rPr sz="5400" b="1" i="0">
                <a:solidFill>
                  <a:srgbClr val="FFFFFF"/>
                </a:solidFill>
                <a:latin typeface="Calibri"/>
              </a:rPr>
              <a:t>Schema Sunburst</a:t>
            </a:r>
          </a:p>
        </p:txBody>
      </p:sp>
      <p:sp>
        <p:nvSpPr>
          <p:cNvPr id="5" name="TextBox 4"/>
          <p:cNvSpPr txBox="1"/>
          <p:nvPr/>
        </p:nvSpPr>
        <p:spPr>
          <a:xfrm>
            <a:off x="822960" y="3337560"/>
            <a:ext cx="10058400" cy="1463040"/>
          </a:xfrm>
          <a:prstGeom prst="rect">
            <a:avLst/>
          </a:prstGeom>
          <a:noFill/>
        </p:spPr>
        <p:txBody>
          <a:bodyPr wrap="square">
            <a:spAutoFit/>
          </a:bodyPr>
          <a:lstStyle/>
          <a:p>
            <a:pPr algn="l">
              <a:spcAft>
                <a:spcPts val="800"/>
              </a:spcAft>
            </a:pPr>
            <a:r>
              <a:rPr sz="2200" b="0">
                <a:solidFill>
                  <a:srgbClr val="E2E8F0"/>
                </a:solidFill>
                <a:latin typeface="Calibri"/>
              </a:rPr>
              <a:t>Every concept the neighborhood uses, in one circle.</a:t>
            </a:r>
          </a:p>
          <a:p>
            <a:pPr algn="l">
              <a:spcAft>
                <a:spcPts val="800"/>
              </a:spcAft>
            </a:pPr>
            <a:r>
              <a:rPr sz="2200" b="0">
                <a:solidFill>
                  <a:srgbClr val="E2E8F0"/>
                </a:solidFill>
                <a:latin typeface="Calibri"/>
              </a:rPr>
              <a:t>The family it belongs to, and the words a person reads.</a:t>
            </a:r>
          </a:p>
          <a:p>
            <a:pPr algn="l">
              <a:spcAft>
                <a:spcPts val="800"/>
              </a:spcAft>
            </a:pPr>
            <a:r>
              <a:rPr sz="2200" b="0">
                <a:solidFill>
                  <a:srgbClr val="E2E8F0"/>
                </a:solidFill>
                <a:latin typeface="Calibri"/>
              </a:rPr>
              <a:t>Sized by how widely each one is actually used.</a:t>
            </a:r>
          </a:p>
        </p:txBody>
      </p:sp>
      <p:sp>
        <p:nvSpPr>
          <p:cNvPr id="6" name="TextBox 5"/>
          <p:cNvSpPr txBox="1"/>
          <p:nvPr/>
        </p:nvSpPr>
        <p:spPr>
          <a:xfrm>
            <a:off x="822960" y="5760720"/>
            <a:ext cx="10515600" cy="365760"/>
          </a:xfrm>
          <a:prstGeom prst="rect">
            <a:avLst/>
          </a:prstGeom>
          <a:noFill/>
        </p:spPr>
        <p:txBody>
          <a:bodyPr wrap="square">
            <a:spAutoFit/>
          </a:bodyPr>
          <a:lstStyle/>
          <a:p>
            <a:pPr algn="l"/>
            <a:r>
              <a:rPr sz="1300" b="0" i="1">
                <a:solidFill>
                  <a:srgbClr val="94A3B8"/>
                </a:solidFill>
                <a:latin typeface="Calibri"/>
              </a:rPr>
              <a:t>The fourth lens, alongside the Graph Tool (cause), the Timeline (time) and the Map (space)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11480" y="164592"/>
            <a:ext cx="7315200" cy="274320"/>
          </a:xfrm>
          <a:prstGeom prst="rect">
            <a:avLst/>
          </a:prstGeom>
          <a:noFill/>
        </p:spPr>
        <p:txBody>
          <a:bodyPr wrap="square">
            <a:spAutoFit/>
          </a:bodyPr>
          <a:lstStyle/>
          <a:p>
            <a:pPr algn="l"/>
            <a:r>
              <a:rPr sz="900" b="1" i="0">
                <a:solidFill>
                  <a:srgbClr val="312E81"/>
                </a:solidFill>
                <a:latin typeface="Calibri"/>
              </a:rPr>
              <a:t>THE PROBLEM</a:t>
            </a:r>
          </a:p>
        </p:txBody>
      </p:sp>
      <p:sp>
        <p:nvSpPr>
          <p:cNvPr id="3" name="Rectangle 2"/>
          <p:cNvSpPr/>
          <p:nvPr/>
        </p:nvSpPr>
        <p:spPr>
          <a:xfrm>
            <a:off x="0" y="502920"/>
            <a:ext cx="12188952" cy="320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66928"/>
            <a:ext cx="11338560" cy="1188720"/>
          </a:xfrm>
          <a:prstGeom prst="rect">
            <a:avLst/>
          </a:prstGeom>
          <a:noFill/>
        </p:spPr>
        <p:txBody>
          <a:bodyPr wrap="square">
            <a:spAutoFit/>
          </a:bodyPr>
          <a:lstStyle/>
          <a:p>
            <a:pPr algn="l"/>
            <a:r>
              <a:rPr sz="3400" b="1" i="0">
                <a:solidFill>
                  <a:srgbClr val="0F172A"/>
                </a:solidFill>
                <a:latin typeface="Calibri"/>
              </a:rPr>
              <a:t>A group cannot see its own vocabulary</a:t>
            </a:r>
          </a:p>
        </p:txBody>
      </p:sp>
      <p:sp>
        <p:nvSpPr>
          <p:cNvPr id="5" name="TextBox 4"/>
          <p:cNvSpPr txBox="1"/>
          <p:nvPr/>
        </p:nvSpPr>
        <p:spPr>
          <a:xfrm>
            <a:off x="502920" y="1920240"/>
            <a:ext cx="11155680" cy="1645920"/>
          </a:xfrm>
          <a:prstGeom prst="rect">
            <a:avLst/>
          </a:prstGeom>
          <a:noFill/>
        </p:spPr>
        <p:txBody>
          <a:bodyPr wrap="square">
            <a:spAutoFit/>
          </a:bodyPr>
          <a:lstStyle/>
          <a:p>
            <a:pPr algn="l">
              <a:spcAft>
                <a:spcPts val="1200"/>
              </a:spcAft>
            </a:pPr>
            <a:r>
              <a:rPr sz="2400" b="0">
                <a:solidFill>
                  <a:srgbClr val="475569"/>
                </a:solidFill>
                <a:latin typeface="Calibri"/>
              </a:rPr>
              <a:t>Sixteen drawings decompose one schema, one topic at a time.</a:t>
            </a:r>
          </a:p>
          <a:p>
            <a:pPr algn="l">
              <a:spcAft>
                <a:spcPts val="1200"/>
              </a:spcAft>
            </a:pPr>
            <a:r>
              <a:rPr sz="2400" b="0">
                <a:solidFill>
                  <a:srgbClr val="475569"/>
                </a:solidFill>
                <a:latin typeface="Calibri"/>
              </a:rPr>
              <a:t>Between them they used twenty-four concepts, in eight families.</a:t>
            </a:r>
          </a:p>
          <a:p>
            <a:pPr algn="l">
              <a:spcAft>
                <a:spcPts val="1200"/>
              </a:spcAft>
            </a:pPr>
            <a:r>
              <a:rPr sz="2400" b="0">
                <a:solidFill>
                  <a:srgbClr val="475569"/>
                </a:solidFill>
                <a:latin typeface="Calibri"/>
              </a:rPr>
              <a:t>The only way to see that was to read a table.</a:t>
            </a:r>
          </a:p>
        </p:txBody>
      </p:sp>
      <p:sp>
        <p:nvSpPr>
          <p:cNvPr id="6" name="Rectangle 5"/>
          <p:cNvSpPr/>
          <p:nvPr/>
        </p:nvSpPr>
        <p:spPr>
          <a:xfrm>
            <a:off x="502920" y="3977639"/>
            <a:ext cx="11155680" cy="1417320"/>
          </a:xfrm>
          <a:prstGeom prst="rect">
            <a:avLst/>
          </a:prstGeom>
          <a:solidFill>
            <a:srgbClr val="EEF2FF"/>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800" b="1">
                <a:solidFill>
                  <a:srgbClr val="312E81"/>
                </a:solidFill>
                <a:latin typeface="Calibri"/>
              </a:rPr>
              <a:t>And nobody argues with a table.</a:t>
            </a:r>
          </a:p>
          <a:p>
            <a:pPr algn="ctr"/>
            <a:r>
              <a:rPr sz="1700" b="0">
                <a:solidFill>
                  <a:srgbClr val="0F172A"/>
                </a:solidFill>
                <a:latin typeface="Calibri"/>
              </a:rPr>
              <a:t>Disagreement about words stays invisible until it surfaces as disagreement about something else — usually much later, and about causes instead.</a:t>
            </a:r>
          </a:p>
        </p:txBody>
      </p:sp>
      <p:sp>
        <p:nvSpPr>
          <p:cNvPr id="7" name="TextBox 6"/>
          <p:cNvSpPr txBox="1"/>
          <p:nvPr/>
        </p:nvSpPr>
        <p:spPr>
          <a:xfrm>
            <a:off x="411480" y="6355080"/>
            <a:ext cx="11338560" cy="320040"/>
          </a:xfrm>
          <a:prstGeom prst="rect">
            <a:avLst/>
          </a:prstGeom>
          <a:noFill/>
        </p:spPr>
        <p:txBody>
          <a:bodyPr wrap="square">
            <a:spAutoFit/>
          </a:bodyPr>
          <a:lstStyle/>
          <a:p>
            <a:pPr algn="l"/>
            <a:r>
              <a:rPr sz="1000" b="0" i="0">
                <a:solidFill>
                  <a:srgbClr val="94A3B8"/>
                </a:solidFill>
                <a:latin typeface="Calibri"/>
              </a:rPr>
              <a:t>Agreeing on causes requires agreeing on words first.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11480" y="164592"/>
            <a:ext cx="7315200" cy="274320"/>
          </a:xfrm>
          <a:prstGeom prst="rect">
            <a:avLst/>
          </a:prstGeom>
          <a:noFill/>
        </p:spPr>
        <p:txBody>
          <a:bodyPr wrap="square">
            <a:spAutoFit/>
          </a:bodyPr>
          <a:lstStyle/>
          <a:p>
            <a:pPr algn="l"/>
            <a:r>
              <a:rPr sz="900" b="1" i="0">
                <a:solidFill>
                  <a:srgbClr val="312E81"/>
                </a:solidFill>
                <a:latin typeface="Calibri"/>
              </a:rPr>
              <a:t>WHERE IT FITS</a:t>
            </a:r>
          </a:p>
        </p:txBody>
      </p:sp>
      <p:sp>
        <p:nvSpPr>
          <p:cNvPr id="3" name="Rectangle 2"/>
          <p:cNvSpPr/>
          <p:nvPr/>
        </p:nvSpPr>
        <p:spPr>
          <a:xfrm>
            <a:off x="0" y="502920"/>
            <a:ext cx="12188952" cy="320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66928"/>
            <a:ext cx="11338560" cy="1188720"/>
          </a:xfrm>
          <a:prstGeom prst="rect">
            <a:avLst/>
          </a:prstGeom>
          <a:noFill/>
        </p:spPr>
        <p:txBody>
          <a:bodyPr wrap="square">
            <a:spAutoFit/>
          </a:bodyPr>
          <a:lstStyle/>
          <a:p>
            <a:pPr algn="l"/>
            <a:r>
              <a:rPr sz="3400" b="1" i="0">
                <a:solidFill>
                  <a:srgbClr val="0F172A"/>
                </a:solidFill>
                <a:latin typeface="Calibri"/>
              </a:rPr>
              <a:t>Four lenses, one substrate</a:t>
            </a:r>
          </a:p>
        </p:txBody>
      </p:sp>
      <p:sp>
        <p:nvSpPr>
          <p:cNvPr id="5" name="Rectangle 4"/>
          <p:cNvSpPr/>
          <p:nvPr/>
        </p:nvSpPr>
        <p:spPr>
          <a:xfrm>
            <a:off x="502920" y="2148840"/>
            <a:ext cx="2679192" cy="1874519"/>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500" b="1">
                <a:solidFill>
                  <a:srgbClr val="475569"/>
                </a:solidFill>
                <a:latin typeface="Calibri"/>
              </a:rPr>
              <a:t>🔗  CAUSE</a:t>
            </a:r>
          </a:p>
          <a:p>
            <a:pPr algn="ctr"/>
            <a:r>
              <a:rPr sz="1400" b="0">
                <a:solidFill>
                  <a:srgbClr val="0F172A"/>
                </a:solidFill>
                <a:latin typeface="Calibri"/>
              </a:rPr>
              <a:t>Nodes + causal edges</a:t>
            </a:r>
          </a:p>
          <a:p>
            <a:pPr algn="ctr"/>
            <a:r>
              <a:rPr sz="1400" b="0">
                <a:solidFill>
                  <a:srgbClr val="0F172A"/>
                </a:solidFill>
                <a:latin typeface="Calibri"/>
              </a:rPr>
              <a:t>Graph Tool</a:t>
            </a:r>
          </a:p>
        </p:txBody>
      </p:sp>
      <p:sp>
        <p:nvSpPr>
          <p:cNvPr id="6" name="Rectangle 5"/>
          <p:cNvSpPr/>
          <p:nvPr/>
        </p:nvSpPr>
        <p:spPr>
          <a:xfrm>
            <a:off x="3364991" y="2148840"/>
            <a:ext cx="2679192" cy="1874519"/>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500" b="1">
                <a:solidFill>
                  <a:srgbClr val="475569"/>
                </a:solidFill>
                <a:latin typeface="Calibri"/>
              </a:rPr>
              <a:t>⏳  TIME</a:t>
            </a:r>
          </a:p>
          <a:p>
            <a:pPr algn="ctr"/>
            <a:r>
              <a:rPr sz="1400" b="0">
                <a:solidFill>
                  <a:srgbClr val="0F172A"/>
                </a:solidFill>
                <a:latin typeface="Calibri"/>
              </a:rPr>
              <a:t>Intervals + before / meets</a:t>
            </a:r>
          </a:p>
          <a:p>
            <a:pPr algn="ctr"/>
            <a:r>
              <a:rPr sz="1400" b="0">
                <a:solidFill>
                  <a:srgbClr val="0F172A"/>
                </a:solidFill>
                <a:latin typeface="Calibri"/>
              </a:rPr>
              <a:t>Timeline</a:t>
            </a:r>
          </a:p>
        </p:txBody>
      </p:sp>
      <p:sp>
        <p:nvSpPr>
          <p:cNvPr id="7" name="Rectangle 6"/>
          <p:cNvSpPr/>
          <p:nvPr/>
        </p:nvSpPr>
        <p:spPr>
          <a:xfrm>
            <a:off x="6227064" y="2148840"/>
            <a:ext cx="2679192" cy="1874519"/>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500" b="1">
                <a:solidFill>
                  <a:srgbClr val="475569"/>
                </a:solidFill>
                <a:latin typeface="Calibri"/>
              </a:rPr>
              <a:t>🗺️  SPACE</a:t>
            </a:r>
          </a:p>
          <a:p>
            <a:pPr algn="ctr"/>
            <a:r>
              <a:rPr sz="1400" b="0">
                <a:solidFill>
                  <a:srgbClr val="0F172A"/>
                </a:solidFill>
                <a:latin typeface="Calibri"/>
              </a:rPr>
              <a:t>Parcels + jurisdictions</a:t>
            </a:r>
          </a:p>
          <a:p>
            <a:pPr algn="ctr"/>
            <a:r>
              <a:rPr sz="1400" b="0">
                <a:solidFill>
                  <a:srgbClr val="0F172A"/>
                </a:solidFill>
                <a:latin typeface="Calibri"/>
              </a:rPr>
              <a:t>Polygon Map</a:t>
            </a:r>
          </a:p>
        </p:txBody>
      </p:sp>
      <p:sp>
        <p:nvSpPr>
          <p:cNvPr id="8" name="Rectangle 7"/>
          <p:cNvSpPr/>
          <p:nvPr/>
        </p:nvSpPr>
        <p:spPr>
          <a:xfrm>
            <a:off x="9089136" y="2148840"/>
            <a:ext cx="2679192" cy="1874519"/>
          </a:xfrm>
          <a:prstGeom prst="rect">
            <a:avLst/>
          </a:prstGeom>
          <a:solidFill>
            <a:srgbClr val="EEF2FF"/>
          </a:solidFill>
          <a:ln w="317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500" b="1">
                <a:solidFill>
                  <a:srgbClr val="312E81"/>
                </a:solidFill>
                <a:latin typeface="Calibri"/>
              </a:rPr>
              <a:t>🌀  VOCABULARY</a:t>
            </a:r>
          </a:p>
          <a:p>
            <a:pPr algn="ctr"/>
            <a:r>
              <a:rPr sz="1400" b="0">
                <a:solidFill>
                  <a:srgbClr val="0F172A"/>
                </a:solidFill>
                <a:latin typeface="Calibri"/>
              </a:rPr>
              <a:t>Families + concepts</a:t>
            </a:r>
          </a:p>
          <a:p>
            <a:pPr algn="ctr"/>
            <a:r>
              <a:rPr sz="1400" b="0">
                <a:solidFill>
                  <a:srgbClr val="0F172A"/>
                </a:solidFill>
                <a:latin typeface="Calibri"/>
              </a:rPr>
              <a:t>This tool</a:t>
            </a:r>
          </a:p>
        </p:txBody>
      </p:sp>
      <p:sp>
        <p:nvSpPr>
          <p:cNvPr id="9" name="TextBox 8"/>
          <p:cNvSpPr txBox="1"/>
          <p:nvPr/>
        </p:nvSpPr>
        <p:spPr>
          <a:xfrm>
            <a:off x="502920" y="4389120"/>
            <a:ext cx="11155680" cy="1005840"/>
          </a:xfrm>
          <a:prstGeom prst="rect">
            <a:avLst/>
          </a:prstGeom>
          <a:noFill/>
        </p:spPr>
        <p:txBody>
          <a:bodyPr wrap="square">
            <a:spAutoFit/>
          </a:bodyPr>
          <a:lstStyle/>
          <a:p>
            <a:pPr algn="l"/>
            <a:r>
              <a:rPr sz="1800" b="0" i="0">
                <a:solidFill>
                  <a:srgbClr val="475569"/>
                </a:solidFill>
                <a:latin typeface="Calibri"/>
              </a:rPr>
              <a:t>Each reads the same Neo4j graph and answers a different question. This one answers the question that has to be settled before the others mean anything: what are we calling things, and who agrees?</a:t>
            </a:r>
          </a:p>
        </p:txBody>
      </p:sp>
      <p:sp>
        <p:nvSpPr>
          <p:cNvPr id="10" name="TextBox 9"/>
          <p:cNvSpPr txBox="1"/>
          <p:nvPr/>
        </p:nvSpPr>
        <p:spPr>
          <a:xfrm>
            <a:off x="411480" y="6355080"/>
            <a:ext cx="11338560" cy="320040"/>
          </a:xfrm>
          <a:prstGeom prst="rect">
            <a:avLst/>
          </a:prstGeom>
          <a:noFill/>
        </p:spPr>
        <p:txBody>
          <a:bodyPr wrap="square">
            <a:spAutoFit/>
          </a:bodyPr>
          <a:lstStyle/>
          <a:p>
            <a:pPr algn="l"/>
            <a:r>
              <a:rPr sz="1000" b="0" i="0">
                <a:solidFill>
                  <a:srgbClr val="94A3B8"/>
                </a:solidFill>
                <a:latin typeface="Calibri"/>
              </a:rPr>
              <a:t>Same substrate underneath. Different question.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11480" y="164592"/>
            <a:ext cx="7315200" cy="274320"/>
          </a:xfrm>
          <a:prstGeom prst="rect">
            <a:avLst/>
          </a:prstGeom>
          <a:noFill/>
        </p:spPr>
        <p:txBody>
          <a:bodyPr wrap="square">
            <a:spAutoFit/>
          </a:bodyPr>
          <a:lstStyle/>
          <a:p>
            <a:pPr algn="l"/>
            <a:r>
              <a:rPr sz="900" b="1" i="0">
                <a:solidFill>
                  <a:srgbClr val="312E81"/>
                </a:solidFill>
                <a:latin typeface="Calibri"/>
              </a:rPr>
              <a:t>WHY THIS SHAPE</a:t>
            </a:r>
          </a:p>
        </p:txBody>
      </p:sp>
      <p:sp>
        <p:nvSpPr>
          <p:cNvPr id="3" name="Rectangle 2"/>
          <p:cNvSpPr/>
          <p:nvPr/>
        </p:nvSpPr>
        <p:spPr>
          <a:xfrm>
            <a:off x="0" y="502920"/>
            <a:ext cx="12188952" cy="320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66928"/>
            <a:ext cx="11338560" cy="1188720"/>
          </a:xfrm>
          <a:prstGeom prst="rect">
            <a:avLst/>
          </a:prstGeom>
          <a:noFill/>
        </p:spPr>
        <p:txBody>
          <a:bodyPr wrap="square">
            <a:spAutoFit/>
          </a:bodyPr>
          <a:lstStyle/>
          <a:p>
            <a:pPr algn="l"/>
            <a:r>
              <a:rPr sz="3400" b="1" i="0">
                <a:solidFill>
                  <a:srgbClr val="0F172A"/>
                </a:solidFill>
                <a:latin typeface="Calibri"/>
              </a:rPr>
              <a:t>Half the schema was already a tree</a:t>
            </a:r>
          </a:p>
        </p:txBody>
      </p:sp>
      <p:sp>
        <p:nvSpPr>
          <p:cNvPr id="5" name="TextBox 4"/>
          <p:cNvSpPr txBox="1"/>
          <p:nvPr/>
        </p:nvSpPr>
        <p:spPr>
          <a:xfrm>
            <a:off x="502920" y="1783080"/>
            <a:ext cx="11155680" cy="822960"/>
          </a:xfrm>
          <a:prstGeom prst="rect">
            <a:avLst/>
          </a:prstGeom>
          <a:noFill/>
        </p:spPr>
        <p:txBody>
          <a:bodyPr wrap="square">
            <a:spAutoFit/>
          </a:bodyPr>
          <a:lstStyle/>
          <a:p>
            <a:pPr algn="l"/>
            <a:r>
              <a:rPr sz="1800" b="0" i="0">
                <a:solidFill>
                  <a:srgbClr val="475569"/>
                </a:solidFill>
                <a:latin typeface="Calibri"/>
              </a:rPr>
              <a:t>A node-link diagram is the right picture for a network and the wrong picture for a hierarchy — draw a strict tree as arrows and you get the layout engine's opinion, not the data's.</a:t>
            </a:r>
          </a:p>
        </p:txBody>
      </p:sp>
      <p:sp>
        <p:nvSpPr>
          <p:cNvPr id="6" name="Rectangle 5"/>
          <p:cNvSpPr/>
          <p:nvPr/>
        </p:nvSpPr>
        <p:spPr>
          <a:xfrm>
            <a:off x="502920" y="2743200"/>
            <a:ext cx="11155680" cy="1371600"/>
          </a:xfrm>
          <a:prstGeom prst="rect">
            <a:avLst/>
          </a:prstGeom>
          <a:solidFill>
            <a:srgbClr val="EEF2FF"/>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800" b="1">
                <a:solidFill>
                  <a:srgbClr val="312E81"/>
                </a:solidFill>
                <a:latin typeface="Calibri"/>
              </a:rPr>
              <a:t>Zooming out merges; zooming in never invents.</a:t>
            </a:r>
          </a:p>
          <a:p>
            <a:pPr algn="ctr"/>
            <a:r>
              <a:rPr sz="1700" b="0">
                <a:solidFill>
                  <a:srgbClr val="0F172A"/>
                </a:solidFill>
                <a:latin typeface="Calibri"/>
              </a:rPr>
              <a:t>Family, schema label and variable label are progressively longer names for the same idea. So every concept has exactly one parent — which is precisely the precondition a sunburst requires.</a:t>
            </a:r>
          </a:p>
        </p:txBody>
      </p:sp>
      <p:sp>
        <p:nvSpPr>
          <p:cNvPr id="7" name="TextBox 6"/>
          <p:cNvSpPr txBox="1"/>
          <p:nvPr/>
        </p:nvSpPr>
        <p:spPr>
          <a:xfrm>
            <a:off x="502920" y="4343400"/>
            <a:ext cx="11155680" cy="548640"/>
          </a:xfrm>
          <a:prstGeom prst="rect">
            <a:avLst/>
          </a:prstGeom>
          <a:noFill/>
        </p:spPr>
        <p:txBody>
          <a:bodyPr wrap="square">
            <a:spAutoFit/>
          </a:bodyPr>
          <a:lstStyle/>
          <a:p>
            <a:pPr algn="l"/>
            <a:r>
              <a:rPr sz="1700" b="0" i="1">
                <a:solidFill>
                  <a:srgbClr val="475569"/>
                </a:solidFill>
                <a:latin typeface="Calibri"/>
              </a:rPr>
              <a:t>That was true of our data before anyone thought to draw it this way. Nothing was restructured to fit the picture.</a:t>
            </a:r>
          </a:p>
        </p:txBody>
      </p:sp>
      <p:sp>
        <p:nvSpPr>
          <p:cNvPr id="8" name="TextBox 7"/>
          <p:cNvSpPr txBox="1"/>
          <p:nvPr/>
        </p:nvSpPr>
        <p:spPr>
          <a:xfrm>
            <a:off x="411480" y="6355080"/>
            <a:ext cx="11338560" cy="320040"/>
          </a:xfrm>
          <a:prstGeom prst="rect">
            <a:avLst/>
          </a:prstGeom>
          <a:noFill/>
        </p:spPr>
        <p:txBody>
          <a:bodyPr wrap="square">
            <a:spAutoFit/>
          </a:bodyPr>
          <a:lstStyle/>
          <a:p>
            <a:pPr algn="l"/>
            <a:r>
              <a:rPr sz="1000" b="0" i="0">
                <a:solidFill>
                  <a:srgbClr val="94A3B8"/>
                </a:solidFill>
                <a:latin typeface="Calibri"/>
              </a:rPr>
              <a:t>The Composer's contraction, borrowed as geometry.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11480" y="164592"/>
            <a:ext cx="7315200" cy="274320"/>
          </a:xfrm>
          <a:prstGeom prst="rect">
            <a:avLst/>
          </a:prstGeom>
          <a:noFill/>
        </p:spPr>
        <p:txBody>
          <a:bodyPr wrap="square">
            <a:spAutoFit/>
          </a:bodyPr>
          <a:lstStyle/>
          <a:p>
            <a:pPr algn="l"/>
            <a:r>
              <a:rPr sz="900" b="1" i="0">
                <a:solidFill>
                  <a:srgbClr val="312E81"/>
                </a:solidFill>
                <a:latin typeface="Calibri"/>
              </a:rPr>
              <a:t>HOW TO READ IT</a:t>
            </a:r>
          </a:p>
        </p:txBody>
      </p:sp>
      <p:sp>
        <p:nvSpPr>
          <p:cNvPr id="3" name="Rectangle 2"/>
          <p:cNvSpPr/>
          <p:nvPr/>
        </p:nvSpPr>
        <p:spPr>
          <a:xfrm>
            <a:off x="0" y="502920"/>
            <a:ext cx="12188952" cy="320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66928"/>
            <a:ext cx="11338560" cy="1188720"/>
          </a:xfrm>
          <a:prstGeom prst="rect">
            <a:avLst/>
          </a:prstGeom>
          <a:noFill/>
        </p:spPr>
        <p:txBody>
          <a:bodyPr wrap="square">
            <a:spAutoFit/>
          </a:bodyPr>
          <a:lstStyle/>
          <a:p>
            <a:pPr algn="l"/>
            <a:r>
              <a:rPr sz="3400" b="1" i="0">
                <a:solidFill>
                  <a:srgbClr val="0F172A"/>
                </a:solidFill>
                <a:latin typeface="Calibri"/>
              </a:rPr>
              <a:t>Ring = level</a:t>
            </a:r>
          </a:p>
        </p:txBody>
      </p:sp>
      <p:sp>
        <p:nvSpPr>
          <p:cNvPr id="5" name="Rectangle 4"/>
          <p:cNvSpPr/>
          <p:nvPr/>
        </p:nvSpPr>
        <p:spPr>
          <a:xfrm>
            <a:off x="502920" y="1874519"/>
            <a:ext cx="1371600" cy="777240"/>
          </a:xfrm>
          <a:prstGeom prst="rect">
            <a:avLst/>
          </a:prstGeom>
          <a:solidFill>
            <a:srgbClr val="E0E7FF"/>
          </a:solidFill>
          <a:ln w="1524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075688"/>
            <a:ext cx="1371600" cy="365760"/>
          </a:xfrm>
          <a:prstGeom prst="rect">
            <a:avLst/>
          </a:prstGeom>
          <a:noFill/>
        </p:spPr>
        <p:txBody>
          <a:bodyPr wrap="square">
            <a:spAutoFit/>
          </a:bodyPr>
          <a:lstStyle/>
          <a:p>
            <a:pPr algn="ctr"/>
            <a:r>
              <a:rPr sz="1300" b="1" i="0">
                <a:solidFill>
                  <a:srgbClr val="312E81"/>
                </a:solidFill>
                <a:latin typeface="Calibri"/>
              </a:rPr>
              <a:t>HUB</a:t>
            </a:r>
          </a:p>
        </p:txBody>
      </p:sp>
      <p:sp>
        <p:nvSpPr>
          <p:cNvPr id="7" name="TextBox 6"/>
          <p:cNvSpPr txBox="1"/>
          <p:nvPr/>
        </p:nvSpPr>
        <p:spPr>
          <a:xfrm>
            <a:off x="2057400" y="1901951"/>
            <a:ext cx="2743200" cy="365760"/>
          </a:xfrm>
          <a:prstGeom prst="rect">
            <a:avLst/>
          </a:prstGeom>
          <a:noFill/>
        </p:spPr>
        <p:txBody>
          <a:bodyPr wrap="square">
            <a:spAutoFit/>
          </a:bodyPr>
          <a:lstStyle/>
          <a:p>
            <a:pPr algn="l"/>
            <a:r>
              <a:rPr sz="1700" b="1" i="0">
                <a:solidFill>
                  <a:srgbClr val="0F172A"/>
                </a:solidFill>
                <a:latin typeface="Calibri"/>
              </a:rPr>
              <a:t>The substrate</a:t>
            </a:r>
          </a:p>
        </p:txBody>
      </p:sp>
      <p:sp>
        <p:nvSpPr>
          <p:cNvPr id="8" name="TextBox 7"/>
          <p:cNvSpPr txBox="1"/>
          <p:nvPr/>
        </p:nvSpPr>
        <p:spPr>
          <a:xfrm>
            <a:off x="2057400" y="2258568"/>
            <a:ext cx="9509760" cy="457200"/>
          </a:xfrm>
          <a:prstGeom prst="rect">
            <a:avLst/>
          </a:prstGeom>
          <a:noFill/>
        </p:spPr>
        <p:txBody>
          <a:bodyPr wrap="square">
            <a:spAutoFit/>
          </a:bodyPr>
          <a:lstStyle/>
          <a:p>
            <a:pPr algn="l"/>
            <a:r>
              <a:rPr sz="1400" b="0" i="0">
                <a:solidFill>
                  <a:srgbClr val="475569"/>
                </a:solidFill>
                <a:latin typeface="Calibri"/>
              </a:rPr>
              <a:t>Which graph you are reading, and how much is in it</a:t>
            </a:r>
          </a:p>
        </p:txBody>
      </p:sp>
      <p:sp>
        <p:nvSpPr>
          <p:cNvPr id="9" name="Rectangle 8"/>
          <p:cNvSpPr/>
          <p:nvPr/>
        </p:nvSpPr>
        <p:spPr>
          <a:xfrm>
            <a:off x="502920" y="2862072"/>
            <a:ext cx="1371600" cy="777240"/>
          </a:xfrm>
          <a:prstGeom prst="rect">
            <a:avLst/>
          </a:prstGeom>
          <a:solidFill>
            <a:srgbClr val="E0E7FF"/>
          </a:solidFill>
          <a:ln w="1524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063240"/>
            <a:ext cx="1371600" cy="365760"/>
          </a:xfrm>
          <a:prstGeom prst="rect">
            <a:avLst/>
          </a:prstGeom>
          <a:noFill/>
        </p:spPr>
        <p:txBody>
          <a:bodyPr wrap="square">
            <a:spAutoFit/>
          </a:bodyPr>
          <a:lstStyle/>
          <a:p>
            <a:pPr algn="ctr"/>
            <a:r>
              <a:rPr sz="1300" b="1" i="0">
                <a:solidFill>
                  <a:srgbClr val="312E81"/>
                </a:solidFill>
                <a:latin typeface="Calibri"/>
              </a:rPr>
              <a:t>RING 1</a:t>
            </a:r>
          </a:p>
        </p:txBody>
      </p:sp>
      <p:sp>
        <p:nvSpPr>
          <p:cNvPr id="11" name="TextBox 10"/>
          <p:cNvSpPr txBox="1"/>
          <p:nvPr/>
        </p:nvSpPr>
        <p:spPr>
          <a:xfrm>
            <a:off x="2057400" y="2889503"/>
            <a:ext cx="2743200" cy="365760"/>
          </a:xfrm>
          <a:prstGeom prst="rect">
            <a:avLst/>
          </a:prstGeom>
          <a:noFill/>
        </p:spPr>
        <p:txBody>
          <a:bodyPr wrap="square">
            <a:spAutoFit/>
          </a:bodyPr>
          <a:lstStyle/>
          <a:p>
            <a:pPr algn="l"/>
            <a:r>
              <a:rPr sz="1700" b="1" i="0">
                <a:solidFill>
                  <a:srgbClr val="0F172A"/>
                </a:solidFill>
                <a:latin typeface="Calibri"/>
              </a:rPr>
              <a:t>Family</a:t>
            </a:r>
          </a:p>
        </p:txBody>
      </p:sp>
      <p:sp>
        <p:nvSpPr>
          <p:cNvPr id="12" name="TextBox 11"/>
          <p:cNvSpPr txBox="1"/>
          <p:nvPr/>
        </p:nvSpPr>
        <p:spPr>
          <a:xfrm>
            <a:off x="2057400" y="3246120"/>
            <a:ext cx="9509760" cy="457200"/>
          </a:xfrm>
          <a:prstGeom prst="rect">
            <a:avLst/>
          </a:prstGeom>
          <a:noFill/>
        </p:spPr>
        <p:txBody>
          <a:bodyPr wrap="square">
            <a:spAutoFit/>
          </a:bodyPr>
          <a:lstStyle/>
          <a:p>
            <a:pPr algn="l"/>
            <a:r>
              <a:rPr sz="1400" b="0" i="0">
                <a:solidFill>
                  <a:srgbClr val="475569"/>
                </a:solidFill>
                <a:latin typeface="Calibri"/>
              </a:rPr>
              <a:t>The eight — Setting, Institution, Aim, Doing, Outcome, Issue, Resource, Person</a:t>
            </a:r>
          </a:p>
        </p:txBody>
      </p:sp>
      <p:sp>
        <p:nvSpPr>
          <p:cNvPr id="13" name="Rectangle 12"/>
          <p:cNvSpPr/>
          <p:nvPr/>
        </p:nvSpPr>
        <p:spPr>
          <a:xfrm>
            <a:off x="502920" y="3849624"/>
            <a:ext cx="1371600" cy="777240"/>
          </a:xfrm>
          <a:prstGeom prst="rect">
            <a:avLst/>
          </a:prstGeom>
          <a:solidFill>
            <a:srgbClr val="E0E7FF"/>
          </a:solidFill>
          <a:ln w="1524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050791"/>
            <a:ext cx="1371600" cy="365760"/>
          </a:xfrm>
          <a:prstGeom prst="rect">
            <a:avLst/>
          </a:prstGeom>
          <a:noFill/>
        </p:spPr>
        <p:txBody>
          <a:bodyPr wrap="square">
            <a:spAutoFit/>
          </a:bodyPr>
          <a:lstStyle/>
          <a:p>
            <a:pPr algn="ctr"/>
            <a:r>
              <a:rPr sz="1300" b="1" i="0">
                <a:solidFill>
                  <a:srgbClr val="312E81"/>
                </a:solidFill>
                <a:latin typeface="Calibri"/>
              </a:rPr>
              <a:t>RING 2</a:t>
            </a:r>
          </a:p>
        </p:txBody>
      </p:sp>
      <p:sp>
        <p:nvSpPr>
          <p:cNvPr id="15" name="TextBox 14"/>
          <p:cNvSpPr txBox="1"/>
          <p:nvPr/>
        </p:nvSpPr>
        <p:spPr>
          <a:xfrm>
            <a:off x="2057400" y="3877056"/>
            <a:ext cx="2743200" cy="365760"/>
          </a:xfrm>
          <a:prstGeom prst="rect">
            <a:avLst/>
          </a:prstGeom>
          <a:noFill/>
        </p:spPr>
        <p:txBody>
          <a:bodyPr wrap="square">
            <a:spAutoFit/>
          </a:bodyPr>
          <a:lstStyle/>
          <a:p>
            <a:pPr algn="l"/>
            <a:r>
              <a:rPr sz="1700" b="1" i="0">
                <a:solidFill>
                  <a:srgbClr val="0F172A"/>
                </a:solidFill>
                <a:latin typeface="Calibri"/>
              </a:rPr>
              <a:t>Concept</a:t>
            </a:r>
          </a:p>
        </p:txBody>
      </p:sp>
      <p:sp>
        <p:nvSpPr>
          <p:cNvPr id="16" name="TextBox 15"/>
          <p:cNvSpPr txBox="1"/>
          <p:nvPr/>
        </p:nvSpPr>
        <p:spPr>
          <a:xfrm>
            <a:off x="2057400" y="4233672"/>
            <a:ext cx="9509760" cy="457200"/>
          </a:xfrm>
          <a:prstGeom prst="rect">
            <a:avLst/>
          </a:prstGeom>
          <a:noFill/>
        </p:spPr>
        <p:txBody>
          <a:bodyPr wrap="square">
            <a:spAutoFit/>
          </a:bodyPr>
          <a:lstStyle/>
          <a:p>
            <a:pPr algn="l"/>
            <a:r>
              <a:rPr sz="1400" b="0" i="0">
                <a:solidFill>
                  <a:srgbClr val="475569"/>
                </a:solidFill>
                <a:latin typeface="Calibri"/>
              </a:rPr>
              <a:t>The merge key two drawings agree on — Org, Problem, Action</a:t>
            </a:r>
          </a:p>
        </p:txBody>
      </p:sp>
      <p:sp>
        <p:nvSpPr>
          <p:cNvPr id="17" name="Rectangle 16"/>
          <p:cNvSpPr/>
          <p:nvPr/>
        </p:nvSpPr>
        <p:spPr>
          <a:xfrm>
            <a:off x="502920" y="4837176"/>
            <a:ext cx="1371600" cy="777240"/>
          </a:xfrm>
          <a:prstGeom prst="rect">
            <a:avLst/>
          </a:prstGeom>
          <a:solidFill>
            <a:srgbClr val="E0E7FF"/>
          </a:solidFill>
          <a:ln w="1524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038344"/>
            <a:ext cx="1371600" cy="365760"/>
          </a:xfrm>
          <a:prstGeom prst="rect">
            <a:avLst/>
          </a:prstGeom>
          <a:noFill/>
        </p:spPr>
        <p:txBody>
          <a:bodyPr wrap="square">
            <a:spAutoFit/>
          </a:bodyPr>
          <a:lstStyle/>
          <a:p>
            <a:pPr algn="ctr"/>
            <a:r>
              <a:rPr sz="1300" b="1" i="0">
                <a:solidFill>
                  <a:srgbClr val="312E81"/>
                </a:solidFill>
                <a:latin typeface="Calibri"/>
              </a:rPr>
              <a:t>RING 3</a:t>
            </a:r>
          </a:p>
        </p:txBody>
      </p:sp>
      <p:sp>
        <p:nvSpPr>
          <p:cNvPr id="19" name="TextBox 18"/>
          <p:cNvSpPr txBox="1"/>
          <p:nvPr/>
        </p:nvSpPr>
        <p:spPr>
          <a:xfrm>
            <a:off x="2057400" y="4864608"/>
            <a:ext cx="2743200" cy="365760"/>
          </a:xfrm>
          <a:prstGeom prst="rect">
            <a:avLst/>
          </a:prstGeom>
          <a:noFill/>
        </p:spPr>
        <p:txBody>
          <a:bodyPr wrap="square">
            <a:spAutoFit/>
          </a:bodyPr>
          <a:lstStyle/>
          <a:p>
            <a:pPr algn="l"/>
            <a:r>
              <a:rPr sz="1700" b="1" i="0">
                <a:solidFill>
                  <a:srgbClr val="0F172A"/>
                </a:solidFill>
                <a:latin typeface="Calibri"/>
              </a:rPr>
              <a:t>States</a:t>
            </a:r>
          </a:p>
        </p:txBody>
      </p:sp>
      <p:sp>
        <p:nvSpPr>
          <p:cNvPr id="20" name="TextBox 19"/>
          <p:cNvSpPr txBox="1"/>
          <p:nvPr/>
        </p:nvSpPr>
        <p:spPr>
          <a:xfrm>
            <a:off x="2057400" y="5221224"/>
            <a:ext cx="9509760" cy="457200"/>
          </a:xfrm>
          <a:prstGeom prst="rect">
            <a:avLst/>
          </a:prstGeom>
          <a:noFill/>
        </p:spPr>
        <p:txBody>
          <a:bodyPr wrap="square">
            <a:spAutoFit/>
          </a:bodyPr>
          <a:lstStyle/>
          <a:p>
            <a:pPr algn="l"/>
            <a:r>
              <a:rPr sz="1400" b="0" i="0">
                <a:solidFill>
                  <a:srgbClr val="475569"/>
                </a:solidFill>
                <a:latin typeface="Calibri"/>
              </a:rPr>
              <a:t>The ways a concept can be measured. Several states split the arc</a:t>
            </a:r>
          </a:p>
        </p:txBody>
      </p:sp>
      <p:sp>
        <p:nvSpPr>
          <p:cNvPr id="21" name="TextBox 20"/>
          <p:cNvSpPr txBox="1"/>
          <p:nvPr/>
        </p:nvSpPr>
        <p:spPr>
          <a:xfrm>
            <a:off x="411480" y="6355080"/>
            <a:ext cx="11338560" cy="320040"/>
          </a:xfrm>
          <a:prstGeom prst="rect">
            <a:avLst/>
          </a:prstGeom>
          <a:noFill/>
        </p:spPr>
        <p:txBody>
          <a:bodyPr wrap="square">
            <a:spAutoFit/>
          </a:bodyPr>
          <a:lstStyle/>
          <a:p>
            <a:pPr algn="l"/>
            <a:r>
              <a:rPr sz="1000" b="0" i="0">
                <a:solidFill>
                  <a:srgbClr val="94A3B8"/>
                </a:solidFill>
                <a:latin typeface="Calibri"/>
              </a:rPr>
              <a:t>Every ring is the same concept, named at a different level of detail.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164592"/>
            <a:ext cx="7315200" cy="274320"/>
          </a:xfrm>
          <a:prstGeom prst="rect">
            <a:avLst/>
          </a:prstGeom>
          <a:noFill/>
        </p:spPr>
        <p:txBody>
          <a:bodyPr wrap="square">
            <a:spAutoFit/>
          </a:bodyPr>
          <a:lstStyle/>
          <a:p>
            <a:pPr algn="l"/>
            <a:r>
              <a:rPr sz="900" b="1" i="0">
                <a:solidFill>
                  <a:srgbClr val="312E81"/>
                </a:solidFill>
                <a:latin typeface="Calibri"/>
              </a:rPr>
              <a:t>THE 16 DRAWINGS, AS ONE WHEEL</a:t>
            </a:r>
          </a:p>
        </p:txBody>
      </p:sp>
      <p:sp>
        <p:nvSpPr>
          <p:cNvPr id="3" name="Rectangle 2"/>
          <p:cNvSpPr/>
          <p:nvPr/>
        </p:nvSpPr>
        <p:spPr>
          <a:xfrm>
            <a:off x="0" y="502920"/>
            <a:ext cx="12188952" cy="320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4160520" y="2404872"/>
            <a:ext cx="753882" cy="762413"/>
          </a:xfrm>
          <a:custGeom>
            <a:avLst/>
            <a:gdLst/>
            <a:ahLst/>
            <a:cxnLst/>
            <a:rect l="l" t="t" r="r" b="b"/>
            <a:pathLst>
              <a:path w="753882" h="762413">
                <a:moveTo>
                  <a:pt x="0" y="0"/>
                </a:moveTo>
                <a:lnTo>
                  <a:pt x="27734" y="296"/>
                </a:lnTo>
                <a:lnTo>
                  <a:pt x="55455" y="1184"/>
                </a:lnTo>
                <a:lnTo>
                  <a:pt x="83151" y="2665"/>
                </a:lnTo>
                <a:lnTo>
                  <a:pt x="110809" y="4736"/>
                </a:lnTo>
                <a:lnTo>
                  <a:pt x="138417" y="7398"/>
                </a:lnTo>
                <a:lnTo>
                  <a:pt x="165961" y="10649"/>
                </a:lnTo>
                <a:lnTo>
                  <a:pt x="193430" y="14488"/>
                </a:lnTo>
                <a:lnTo>
                  <a:pt x="220810" y="18913"/>
                </a:lnTo>
                <a:lnTo>
                  <a:pt x="248090" y="23921"/>
                </a:lnTo>
                <a:lnTo>
                  <a:pt x="275256" y="29511"/>
                </a:lnTo>
                <a:lnTo>
                  <a:pt x="302297" y="35679"/>
                </a:lnTo>
                <a:lnTo>
                  <a:pt x="329200" y="42424"/>
                </a:lnTo>
                <a:lnTo>
                  <a:pt x="355953" y="49742"/>
                </a:lnTo>
                <a:lnTo>
                  <a:pt x="382543" y="57630"/>
                </a:lnTo>
                <a:lnTo>
                  <a:pt x="408959" y="66084"/>
                </a:lnTo>
                <a:lnTo>
                  <a:pt x="435188" y="75101"/>
                </a:lnTo>
                <a:lnTo>
                  <a:pt x="461219" y="84675"/>
                </a:lnTo>
                <a:lnTo>
                  <a:pt x="487039" y="94803"/>
                </a:lnTo>
                <a:lnTo>
                  <a:pt x="512637" y="105481"/>
                </a:lnTo>
                <a:lnTo>
                  <a:pt x="538001" y="116703"/>
                </a:lnTo>
                <a:lnTo>
                  <a:pt x="563120" y="128464"/>
                </a:lnTo>
                <a:lnTo>
                  <a:pt x="587982" y="140758"/>
                </a:lnTo>
                <a:lnTo>
                  <a:pt x="612575" y="153581"/>
                </a:lnTo>
                <a:lnTo>
                  <a:pt x="636889" y="166927"/>
                </a:lnTo>
                <a:lnTo>
                  <a:pt x="660912" y="180788"/>
                </a:lnTo>
                <a:lnTo>
                  <a:pt x="684634" y="195160"/>
                </a:lnTo>
                <a:lnTo>
                  <a:pt x="708043" y="210035"/>
                </a:lnTo>
                <a:lnTo>
                  <a:pt x="731129" y="225407"/>
                </a:lnTo>
                <a:lnTo>
                  <a:pt x="753882" y="241268"/>
                </a:lnTo>
                <a:lnTo>
                  <a:pt x="382250" y="762413"/>
                </a:lnTo>
                <a:lnTo>
                  <a:pt x="370713" y="754371"/>
                </a:lnTo>
                <a:lnTo>
                  <a:pt x="359008" y="746576"/>
                </a:lnTo>
                <a:lnTo>
                  <a:pt x="347138" y="739034"/>
                </a:lnTo>
                <a:lnTo>
                  <a:pt x="335110" y="731747"/>
                </a:lnTo>
                <a:lnTo>
                  <a:pt x="322929" y="724719"/>
                </a:lnTo>
                <a:lnTo>
                  <a:pt x="310601" y="717952"/>
                </a:lnTo>
                <a:lnTo>
                  <a:pt x="298131" y="711450"/>
                </a:lnTo>
                <a:lnTo>
                  <a:pt x="285525" y="705216"/>
                </a:lnTo>
                <a:lnTo>
                  <a:pt x="272789" y="699253"/>
                </a:lnTo>
                <a:lnTo>
                  <a:pt x="259929" y="693563"/>
                </a:lnTo>
                <a:lnTo>
                  <a:pt x="246949" y="688149"/>
                </a:lnTo>
                <a:lnTo>
                  <a:pt x="233857" y="683014"/>
                </a:lnTo>
                <a:lnTo>
                  <a:pt x="220659" y="678159"/>
                </a:lnTo>
                <a:lnTo>
                  <a:pt x="207359" y="673587"/>
                </a:lnTo>
                <a:lnTo>
                  <a:pt x="193965" y="669301"/>
                </a:lnTo>
                <a:lnTo>
                  <a:pt x="180483" y="665301"/>
                </a:lnTo>
                <a:lnTo>
                  <a:pt x="166918" y="661591"/>
                </a:lnTo>
                <a:lnTo>
                  <a:pt x="153277" y="658171"/>
                </a:lnTo>
                <a:lnTo>
                  <a:pt x="139566" y="655043"/>
                </a:lnTo>
                <a:lnTo>
                  <a:pt x="125792" y="652209"/>
                </a:lnTo>
                <a:lnTo>
                  <a:pt x="111960" y="649669"/>
                </a:lnTo>
                <a:lnTo>
                  <a:pt x="98077" y="647426"/>
                </a:lnTo>
                <a:lnTo>
                  <a:pt x="84149" y="645479"/>
                </a:lnTo>
                <a:lnTo>
                  <a:pt x="70183" y="643831"/>
                </a:lnTo>
                <a:lnTo>
                  <a:pt x="56185" y="642481"/>
                </a:lnTo>
                <a:lnTo>
                  <a:pt x="42161" y="641431"/>
                </a:lnTo>
                <a:lnTo>
                  <a:pt x="28118" y="640680"/>
                </a:lnTo>
                <a:lnTo>
                  <a:pt x="14062" y="640230"/>
                </a:lnTo>
                <a:lnTo>
                  <a:pt x="0" y="640080"/>
                </a:lnTo>
                <a:close/>
              </a:path>
            </a:pathLst>
          </a:custGeom>
          <a:solidFill>
            <a:srgbClr val="9EDACA"/>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4160520" y="1600200"/>
            <a:ext cx="729016" cy="885176"/>
          </a:xfrm>
          <a:custGeom>
            <a:avLst/>
            <a:gdLst/>
            <a:ahLst/>
            <a:cxnLst/>
            <a:rect l="l" t="t" r="r" b="b"/>
            <a:pathLst>
              <a:path w="729016" h="885176">
                <a:moveTo>
                  <a:pt x="0" y="0"/>
                </a:moveTo>
                <a:lnTo>
                  <a:pt x="46525" y="514"/>
                </a:lnTo>
                <a:lnTo>
                  <a:pt x="93028" y="2058"/>
                </a:lnTo>
                <a:lnTo>
                  <a:pt x="139485" y="4630"/>
                </a:lnTo>
                <a:lnTo>
                  <a:pt x="185873" y="8229"/>
                </a:lnTo>
                <a:lnTo>
                  <a:pt x="232171" y="12854"/>
                </a:lnTo>
                <a:lnTo>
                  <a:pt x="278356" y="18502"/>
                </a:lnTo>
                <a:lnTo>
                  <a:pt x="324404" y="25170"/>
                </a:lnTo>
                <a:lnTo>
                  <a:pt x="370293" y="32855"/>
                </a:lnTo>
                <a:lnTo>
                  <a:pt x="416001" y="41553"/>
                </a:lnTo>
                <a:lnTo>
                  <a:pt x="461505" y="51260"/>
                </a:lnTo>
                <a:lnTo>
                  <a:pt x="506783" y="61972"/>
                </a:lnTo>
                <a:lnTo>
                  <a:pt x="551814" y="73682"/>
                </a:lnTo>
                <a:lnTo>
                  <a:pt x="596574" y="86386"/>
                </a:lnTo>
                <a:lnTo>
                  <a:pt x="641043" y="100077"/>
                </a:lnTo>
                <a:lnTo>
                  <a:pt x="685197" y="114749"/>
                </a:lnTo>
                <a:lnTo>
                  <a:pt x="729016" y="130393"/>
                </a:lnTo>
                <a:lnTo>
                  <a:pt x="450088" y="885176"/>
                </a:lnTo>
                <a:lnTo>
                  <a:pt x="423035" y="875517"/>
                </a:lnTo>
                <a:lnTo>
                  <a:pt x="395774" y="866459"/>
                </a:lnTo>
                <a:lnTo>
                  <a:pt x="368320" y="858006"/>
                </a:lnTo>
                <a:lnTo>
                  <a:pt x="340685" y="850163"/>
                </a:lnTo>
                <a:lnTo>
                  <a:pt x="312884" y="842933"/>
                </a:lnTo>
                <a:lnTo>
                  <a:pt x="284929" y="836319"/>
                </a:lnTo>
                <a:lnTo>
                  <a:pt x="256835" y="830326"/>
                </a:lnTo>
                <a:lnTo>
                  <a:pt x="228615" y="824956"/>
                </a:lnTo>
                <a:lnTo>
                  <a:pt x="200284" y="820211"/>
                </a:lnTo>
                <a:lnTo>
                  <a:pt x="171854" y="816095"/>
                </a:lnTo>
                <a:lnTo>
                  <a:pt x="143340" y="812608"/>
                </a:lnTo>
                <a:lnTo>
                  <a:pt x="114756" y="809753"/>
                </a:lnTo>
                <a:lnTo>
                  <a:pt x="86116" y="807530"/>
                </a:lnTo>
                <a:lnTo>
                  <a:pt x="57434" y="805942"/>
                </a:lnTo>
                <a:lnTo>
                  <a:pt x="28724" y="804989"/>
                </a:lnTo>
                <a:lnTo>
                  <a:pt x="0" y="804672"/>
                </a:lnTo>
                <a:close/>
              </a:path>
            </a:pathLst>
          </a:custGeom>
          <a:solidFill>
            <a:srgbClr val="C9EA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4610608" y="1730593"/>
            <a:ext cx="450425" cy="799328"/>
          </a:xfrm>
          <a:custGeom>
            <a:avLst/>
            <a:gdLst/>
            <a:ahLst/>
            <a:cxnLst/>
            <a:rect l="l" t="t" r="r" b="b"/>
            <a:pathLst>
              <a:path w="450425" h="799328">
                <a:moveTo>
                  <a:pt x="278928" y="0"/>
                </a:moveTo>
                <a:lnTo>
                  <a:pt x="300706" y="8185"/>
                </a:lnTo>
                <a:lnTo>
                  <a:pt x="322391" y="16611"/>
                </a:lnTo>
                <a:lnTo>
                  <a:pt x="343982" y="25275"/>
                </a:lnTo>
                <a:lnTo>
                  <a:pt x="365475" y="34178"/>
                </a:lnTo>
                <a:lnTo>
                  <a:pt x="386869" y="43318"/>
                </a:lnTo>
                <a:lnTo>
                  <a:pt x="408160" y="52695"/>
                </a:lnTo>
                <a:lnTo>
                  <a:pt x="429347" y="62306"/>
                </a:lnTo>
                <a:lnTo>
                  <a:pt x="450425" y="72151"/>
                </a:lnTo>
                <a:lnTo>
                  <a:pt x="105881" y="799328"/>
                </a:lnTo>
                <a:lnTo>
                  <a:pt x="92867" y="793249"/>
                </a:lnTo>
                <a:lnTo>
                  <a:pt x="79787" y="787315"/>
                </a:lnTo>
                <a:lnTo>
                  <a:pt x="66642" y="781527"/>
                </a:lnTo>
                <a:lnTo>
                  <a:pt x="53433" y="775884"/>
                </a:lnTo>
                <a:lnTo>
                  <a:pt x="40163" y="770387"/>
                </a:lnTo>
                <a:lnTo>
                  <a:pt x="26834" y="765038"/>
                </a:lnTo>
                <a:lnTo>
                  <a:pt x="13445" y="759836"/>
                </a:lnTo>
                <a:lnTo>
                  <a:pt x="0" y="754783"/>
                </a:lnTo>
                <a:close/>
              </a:path>
            </a:pathLst>
          </a:custGeom>
          <a:solidFill>
            <a:srgbClr val="C9EA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4716489" y="1802744"/>
            <a:ext cx="665108" cy="843396"/>
          </a:xfrm>
          <a:custGeom>
            <a:avLst/>
            <a:gdLst/>
            <a:ahLst/>
            <a:cxnLst/>
            <a:rect l="l" t="t" r="r" b="b"/>
            <a:pathLst>
              <a:path w="665108" h="843396">
                <a:moveTo>
                  <a:pt x="344544" y="0"/>
                </a:moveTo>
                <a:lnTo>
                  <a:pt x="386369" y="20386"/>
                </a:lnTo>
                <a:lnTo>
                  <a:pt x="427732" y="41693"/>
                </a:lnTo>
                <a:lnTo>
                  <a:pt x="468613" y="63909"/>
                </a:lnTo>
                <a:lnTo>
                  <a:pt x="508994" y="87024"/>
                </a:lnTo>
                <a:lnTo>
                  <a:pt x="548853" y="111028"/>
                </a:lnTo>
                <a:lnTo>
                  <a:pt x="588171" y="135906"/>
                </a:lnTo>
                <a:lnTo>
                  <a:pt x="626929" y="161649"/>
                </a:lnTo>
                <a:lnTo>
                  <a:pt x="665108" y="188243"/>
                </a:lnTo>
                <a:lnTo>
                  <a:pt x="197913" y="843396"/>
                </a:lnTo>
                <a:lnTo>
                  <a:pt x="174342" y="826977"/>
                </a:lnTo>
                <a:lnTo>
                  <a:pt x="150413" y="811084"/>
                </a:lnTo>
                <a:lnTo>
                  <a:pt x="126138" y="795724"/>
                </a:lnTo>
                <a:lnTo>
                  <a:pt x="101529" y="780905"/>
                </a:lnTo>
                <a:lnTo>
                  <a:pt x="76599" y="766634"/>
                </a:lnTo>
                <a:lnTo>
                  <a:pt x="51359" y="752917"/>
                </a:lnTo>
                <a:lnTo>
                  <a:pt x="25822" y="739763"/>
                </a:lnTo>
                <a:lnTo>
                  <a:pt x="0" y="727177"/>
                </a:lnTo>
                <a:close/>
              </a:path>
            </a:pathLst>
          </a:custGeom>
          <a:solidFill>
            <a:srgbClr val="C9EA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4160520" y="1600200"/>
            <a:ext cx="0" cy="1444752"/>
          </a:xfrm>
          <a:prstGeom prst="line">
            <a:avLst/>
          </a:prstGeom>
          <a:ln w="20320">
            <a:solidFill>
              <a:srgbClr val="009E7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910104" y="2652598"/>
            <a:ext cx="1097280" cy="256032"/>
          </a:xfrm>
          <a:prstGeom prst="rect">
            <a:avLst/>
          </a:prstGeom>
          <a:noFill/>
        </p:spPr>
        <p:txBody>
          <a:bodyPr wrap="none">
            <a:spAutoFit/>
          </a:bodyPr>
          <a:lstStyle/>
          <a:p>
            <a:pPr algn="ctr"/>
            <a:r>
              <a:rPr sz="1000" b="1" i="0">
                <a:solidFill>
                  <a:srgbClr val="1A1A1A"/>
                </a:solidFill>
                <a:latin typeface="Calibri"/>
              </a:rPr>
              <a:t>Setting</a:t>
            </a:r>
          </a:p>
        </p:txBody>
      </p:sp>
      <p:sp>
        <p:nvSpPr>
          <p:cNvPr id="10" name="Freeform 9"/>
          <p:cNvSpPr/>
          <p:nvPr/>
        </p:nvSpPr>
        <p:spPr>
          <a:xfrm>
            <a:off x="4542770" y="2646140"/>
            <a:ext cx="916162" cy="1314015"/>
          </a:xfrm>
          <a:custGeom>
            <a:avLst/>
            <a:gdLst/>
            <a:ahLst/>
            <a:cxnLst/>
            <a:rect l="l" t="t" r="r" b="b"/>
            <a:pathLst>
              <a:path w="916162" h="1314015">
                <a:moveTo>
                  <a:pt x="371632" y="0"/>
                </a:moveTo>
                <a:lnTo>
                  <a:pt x="393982" y="16300"/>
                </a:lnTo>
                <a:lnTo>
                  <a:pt x="415980" y="33072"/>
                </a:lnTo>
                <a:lnTo>
                  <a:pt x="437615" y="50309"/>
                </a:lnTo>
                <a:lnTo>
                  <a:pt x="458878" y="68003"/>
                </a:lnTo>
                <a:lnTo>
                  <a:pt x="479760" y="86146"/>
                </a:lnTo>
                <a:lnTo>
                  <a:pt x="500250" y="104730"/>
                </a:lnTo>
                <a:lnTo>
                  <a:pt x="520339" y="123746"/>
                </a:lnTo>
                <a:lnTo>
                  <a:pt x="540019" y="143185"/>
                </a:lnTo>
                <a:lnTo>
                  <a:pt x="559281" y="163040"/>
                </a:lnTo>
                <a:lnTo>
                  <a:pt x="578115" y="183300"/>
                </a:lnTo>
                <a:lnTo>
                  <a:pt x="596513" y="203957"/>
                </a:lnTo>
                <a:lnTo>
                  <a:pt x="614467" y="225001"/>
                </a:lnTo>
                <a:lnTo>
                  <a:pt x="631969" y="246423"/>
                </a:lnTo>
                <a:lnTo>
                  <a:pt x="649010" y="268212"/>
                </a:lnTo>
                <a:lnTo>
                  <a:pt x="665583" y="290360"/>
                </a:lnTo>
                <a:lnTo>
                  <a:pt x="681681" y="312856"/>
                </a:lnTo>
                <a:lnTo>
                  <a:pt x="697296" y="335690"/>
                </a:lnTo>
                <a:lnTo>
                  <a:pt x="712420" y="358851"/>
                </a:lnTo>
                <a:lnTo>
                  <a:pt x="727048" y="382329"/>
                </a:lnTo>
                <a:lnTo>
                  <a:pt x="741173" y="406114"/>
                </a:lnTo>
                <a:lnTo>
                  <a:pt x="754788" y="430193"/>
                </a:lnTo>
                <a:lnTo>
                  <a:pt x="767886" y="454558"/>
                </a:lnTo>
                <a:lnTo>
                  <a:pt x="780463" y="479196"/>
                </a:lnTo>
                <a:lnTo>
                  <a:pt x="792512" y="504096"/>
                </a:lnTo>
                <a:lnTo>
                  <a:pt x="804027" y="529248"/>
                </a:lnTo>
                <a:lnTo>
                  <a:pt x="815005" y="554638"/>
                </a:lnTo>
                <a:lnTo>
                  <a:pt x="825438" y="580257"/>
                </a:lnTo>
                <a:lnTo>
                  <a:pt x="835324" y="606093"/>
                </a:lnTo>
                <a:lnTo>
                  <a:pt x="844657" y="632133"/>
                </a:lnTo>
                <a:lnTo>
                  <a:pt x="853434" y="658366"/>
                </a:lnTo>
                <a:lnTo>
                  <a:pt x="861649" y="684780"/>
                </a:lnTo>
                <a:lnTo>
                  <a:pt x="869300" y="711364"/>
                </a:lnTo>
                <a:lnTo>
                  <a:pt x="876383" y="738104"/>
                </a:lnTo>
                <a:lnTo>
                  <a:pt x="882894" y="764989"/>
                </a:lnTo>
                <a:lnTo>
                  <a:pt x="888832" y="792006"/>
                </a:lnTo>
                <a:lnTo>
                  <a:pt x="894192" y="819144"/>
                </a:lnTo>
                <a:lnTo>
                  <a:pt x="898974" y="846390"/>
                </a:lnTo>
                <a:lnTo>
                  <a:pt x="903173" y="873732"/>
                </a:lnTo>
                <a:lnTo>
                  <a:pt x="906789" y="901156"/>
                </a:lnTo>
                <a:lnTo>
                  <a:pt x="909821" y="928652"/>
                </a:lnTo>
                <a:lnTo>
                  <a:pt x="912265" y="956206"/>
                </a:lnTo>
                <a:lnTo>
                  <a:pt x="914123" y="983806"/>
                </a:lnTo>
                <a:lnTo>
                  <a:pt x="915392" y="1011439"/>
                </a:lnTo>
                <a:lnTo>
                  <a:pt x="916072" y="1039093"/>
                </a:lnTo>
                <a:lnTo>
                  <a:pt x="916162" y="1066755"/>
                </a:lnTo>
                <a:lnTo>
                  <a:pt x="915664" y="1094413"/>
                </a:lnTo>
                <a:lnTo>
                  <a:pt x="914576" y="1122054"/>
                </a:lnTo>
                <a:lnTo>
                  <a:pt x="912900" y="1149665"/>
                </a:lnTo>
                <a:lnTo>
                  <a:pt x="910635" y="1177234"/>
                </a:lnTo>
                <a:lnTo>
                  <a:pt x="907785" y="1204749"/>
                </a:lnTo>
                <a:lnTo>
                  <a:pt x="904348" y="1232197"/>
                </a:lnTo>
                <a:lnTo>
                  <a:pt x="900328" y="1259566"/>
                </a:lnTo>
                <a:lnTo>
                  <a:pt x="895725" y="1286843"/>
                </a:lnTo>
                <a:lnTo>
                  <a:pt x="890543" y="1314015"/>
                </a:lnTo>
                <a:lnTo>
                  <a:pt x="263109" y="1187406"/>
                </a:lnTo>
                <a:lnTo>
                  <a:pt x="265737" y="1173628"/>
                </a:lnTo>
                <a:lnTo>
                  <a:pt x="268071" y="1159798"/>
                </a:lnTo>
                <a:lnTo>
                  <a:pt x="270109" y="1145921"/>
                </a:lnTo>
                <a:lnTo>
                  <a:pt x="271852" y="1132004"/>
                </a:lnTo>
                <a:lnTo>
                  <a:pt x="273297" y="1118052"/>
                </a:lnTo>
                <a:lnTo>
                  <a:pt x="274445" y="1104074"/>
                </a:lnTo>
                <a:lnTo>
                  <a:pt x="275295" y="1090073"/>
                </a:lnTo>
                <a:lnTo>
                  <a:pt x="275847" y="1076058"/>
                </a:lnTo>
                <a:lnTo>
                  <a:pt x="276100" y="1062035"/>
                </a:lnTo>
                <a:lnTo>
                  <a:pt x="276054" y="1048009"/>
                </a:lnTo>
                <a:lnTo>
                  <a:pt x="275709" y="1033987"/>
                </a:lnTo>
                <a:lnTo>
                  <a:pt x="275065" y="1019976"/>
                </a:lnTo>
                <a:lnTo>
                  <a:pt x="274124" y="1005982"/>
                </a:lnTo>
                <a:lnTo>
                  <a:pt x="272884" y="992011"/>
                </a:lnTo>
                <a:lnTo>
                  <a:pt x="271347" y="978069"/>
                </a:lnTo>
                <a:lnTo>
                  <a:pt x="269514" y="964164"/>
                </a:lnTo>
                <a:lnTo>
                  <a:pt x="267384" y="950300"/>
                </a:lnTo>
                <a:lnTo>
                  <a:pt x="264960" y="936485"/>
                </a:lnTo>
                <a:lnTo>
                  <a:pt x="262242" y="922725"/>
                </a:lnTo>
                <a:lnTo>
                  <a:pt x="259231" y="909026"/>
                </a:lnTo>
                <a:lnTo>
                  <a:pt x="255930" y="895395"/>
                </a:lnTo>
                <a:lnTo>
                  <a:pt x="252338" y="881836"/>
                </a:lnTo>
                <a:lnTo>
                  <a:pt x="248459" y="868357"/>
                </a:lnTo>
                <a:lnTo>
                  <a:pt x="244294" y="854964"/>
                </a:lnTo>
                <a:lnTo>
                  <a:pt x="239844" y="841663"/>
                </a:lnTo>
                <a:lnTo>
                  <a:pt x="235111" y="828460"/>
                </a:lnTo>
                <a:lnTo>
                  <a:pt x="230099" y="815360"/>
                </a:lnTo>
                <a:lnTo>
                  <a:pt x="224808" y="802370"/>
                </a:lnTo>
                <a:lnTo>
                  <a:pt x="219242" y="789496"/>
                </a:lnTo>
                <a:lnTo>
                  <a:pt x="213404" y="776743"/>
                </a:lnTo>
                <a:lnTo>
                  <a:pt x="207294" y="764117"/>
                </a:lnTo>
                <a:lnTo>
                  <a:pt x="200917" y="751625"/>
                </a:lnTo>
                <a:lnTo>
                  <a:pt x="194276" y="739271"/>
                </a:lnTo>
                <a:lnTo>
                  <a:pt x="187373" y="727062"/>
                </a:lnTo>
                <a:lnTo>
                  <a:pt x="180211" y="715002"/>
                </a:lnTo>
                <a:lnTo>
                  <a:pt x="172794" y="703097"/>
                </a:lnTo>
                <a:lnTo>
                  <a:pt x="165125" y="691354"/>
                </a:lnTo>
                <a:lnTo>
                  <a:pt x="157208" y="679776"/>
                </a:lnTo>
                <a:lnTo>
                  <a:pt x="149045" y="668370"/>
                </a:lnTo>
                <a:lnTo>
                  <a:pt x="140642" y="657140"/>
                </a:lnTo>
                <a:lnTo>
                  <a:pt x="132001" y="646092"/>
                </a:lnTo>
                <a:lnTo>
                  <a:pt x="123127" y="635230"/>
                </a:lnTo>
                <a:lnTo>
                  <a:pt x="114024" y="624560"/>
                </a:lnTo>
                <a:lnTo>
                  <a:pt x="104695" y="614086"/>
                </a:lnTo>
                <a:lnTo>
                  <a:pt x="95146" y="603813"/>
                </a:lnTo>
                <a:lnTo>
                  <a:pt x="85379" y="593746"/>
                </a:lnTo>
                <a:lnTo>
                  <a:pt x="75401" y="583889"/>
                </a:lnTo>
                <a:lnTo>
                  <a:pt x="65214" y="574247"/>
                </a:lnTo>
                <a:lnTo>
                  <a:pt x="54825" y="564825"/>
                </a:lnTo>
                <a:lnTo>
                  <a:pt x="44237" y="555625"/>
                </a:lnTo>
                <a:lnTo>
                  <a:pt x="33456" y="546654"/>
                </a:lnTo>
                <a:lnTo>
                  <a:pt x="22486" y="537914"/>
                </a:lnTo>
                <a:lnTo>
                  <a:pt x="11332" y="529410"/>
                </a:lnTo>
                <a:lnTo>
                  <a:pt x="0" y="521145"/>
                </a:lnTo>
                <a:close/>
              </a:path>
            </a:pathLst>
          </a:custGeom>
          <a:solidFill>
            <a:srgbClr val="B8D8E9"/>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914402" y="1990987"/>
            <a:ext cx="613753" cy="725918"/>
          </a:xfrm>
          <a:custGeom>
            <a:avLst/>
            <a:gdLst/>
            <a:ahLst/>
            <a:cxnLst/>
            <a:rect l="l" t="t" r="r" b="b"/>
            <a:pathLst>
              <a:path w="613753" h="725918">
                <a:moveTo>
                  <a:pt x="467195" y="0"/>
                </a:moveTo>
                <a:lnTo>
                  <a:pt x="486062" y="13612"/>
                </a:lnTo>
                <a:lnTo>
                  <a:pt x="504777" y="27432"/>
                </a:lnTo>
                <a:lnTo>
                  <a:pt x="523337" y="41458"/>
                </a:lnTo>
                <a:lnTo>
                  <a:pt x="541742" y="55688"/>
                </a:lnTo>
                <a:lnTo>
                  <a:pt x="559988" y="70121"/>
                </a:lnTo>
                <a:lnTo>
                  <a:pt x="578073" y="84755"/>
                </a:lnTo>
                <a:lnTo>
                  <a:pt x="595996" y="99589"/>
                </a:lnTo>
                <a:lnTo>
                  <a:pt x="613753" y="114619"/>
                </a:lnTo>
                <a:lnTo>
                  <a:pt x="90484" y="725918"/>
                </a:lnTo>
                <a:lnTo>
                  <a:pt x="79521" y="716639"/>
                </a:lnTo>
                <a:lnTo>
                  <a:pt x="68456" y="707481"/>
                </a:lnTo>
                <a:lnTo>
                  <a:pt x="57290" y="698446"/>
                </a:lnTo>
                <a:lnTo>
                  <a:pt x="46025" y="689535"/>
                </a:lnTo>
                <a:lnTo>
                  <a:pt x="34662" y="680749"/>
                </a:lnTo>
                <a:lnTo>
                  <a:pt x="23203" y="672089"/>
                </a:lnTo>
                <a:lnTo>
                  <a:pt x="11648" y="663557"/>
                </a:lnTo>
                <a:lnTo>
                  <a:pt x="0" y="655153"/>
                </a:lnTo>
                <a:close/>
              </a:path>
            </a:pathLst>
          </a:custGeom>
          <a:solidFill>
            <a:srgbClr val="D7E9F2"/>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5004886" y="2105606"/>
            <a:ext cx="1254123" cy="1511597"/>
          </a:xfrm>
          <a:custGeom>
            <a:avLst/>
            <a:gdLst/>
            <a:ahLst/>
            <a:cxnLst/>
            <a:rect l="l" t="t" r="r" b="b"/>
            <a:pathLst>
              <a:path w="1254123" h="1511597">
                <a:moveTo>
                  <a:pt x="523269" y="0"/>
                </a:moveTo>
                <a:lnTo>
                  <a:pt x="556453" y="29014"/>
                </a:lnTo>
                <a:lnTo>
                  <a:pt x="589022" y="58717"/>
                </a:lnTo>
                <a:lnTo>
                  <a:pt x="620962" y="89096"/>
                </a:lnTo>
                <a:lnTo>
                  <a:pt x="652257" y="120138"/>
                </a:lnTo>
                <a:lnTo>
                  <a:pt x="682896" y="151828"/>
                </a:lnTo>
                <a:lnTo>
                  <a:pt x="712863" y="184154"/>
                </a:lnTo>
                <a:lnTo>
                  <a:pt x="742146" y="217101"/>
                </a:lnTo>
                <a:lnTo>
                  <a:pt x="770733" y="250654"/>
                </a:lnTo>
                <a:lnTo>
                  <a:pt x="798609" y="284799"/>
                </a:lnTo>
                <a:lnTo>
                  <a:pt x="825764" y="319521"/>
                </a:lnTo>
                <a:lnTo>
                  <a:pt x="852186" y="354804"/>
                </a:lnTo>
                <a:lnTo>
                  <a:pt x="877862" y="390633"/>
                </a:lnTo>
                <a:lnTo>
                  <a:pt x="902782" y="426993"/>
                </a:lnTo>
                <a:lnTo>
                  <a:pt x="926934" y="463867"/>
                </a:lnTo>
                <a:lnTo>
                  <a:pt x="950308" y="501239"/>
                </a:lnTo>
                <a:lnTo>
                  <a:pt x="972894" y="539092"/>
                </a:lnTo>
                <a:lnTo>
                  <a:pt x="994681" y="577411"/>
                </a:lnTo>
                <a:lnTo>
                  <a:pt x="1015661" y="616177"/>
                </a:lnTo>
                <a:lnTo>
                  <a:pt x="1035823" y="655375"/>
                </a:lnTo>
                <a:lnTo>
                  <a:pt x="1055159" y="694987"/>
                </a:lnTo>
                <a:lnTo>
                  <a:pt x="1073662" y="734996"/>
                </a:lnTo>
                <a:lnTo>
                  <a:pt x="1091321" y="775383"/>
                </a:lnTo>
                <a:lnTo>
                  <a:pt x="1108130" y="816132"/>
                </a:lnTo>
                <a:lnTo>
                  <a:pt x="1124082" y="857224"/>
                </a:lnTo>
                <a:lnTo>
                  <a:pt x="1139169" y="898641"/>
                </a:lnTo>
                <a:lnTo>
                  <a:pt x="1153384" y="940365"/>
                </a:lnTo>
                <a:lnTo>
                  <a:pt x="1166722" y="982378"/>
                </a:lnTo>
                <a:lnTo>
                  <a:pt x="1179176" y="1024662"/>
                </a:lnTo>
                <a:lnTo>
                  <a:pt x="1190742" y="1067197"/>
                </a:lnTo>
                <a:lnTo>
                  <a:pt x="1201413" y="1109965"/>
                </a:lnTo>
                <a:lnTo>
                  <a:pt x="1211186" y="1152948"/>
                </a:lnTo>
                <a:lnTo>
                  <a:pt x="1220056" y="1196125"/>
                </a:lnTo>
                <a:lnTo>
                  <a:pt x="1228019" y="1239480"/>
                </a:lnTo>
                <a:lnTo>
                  <a:pt x="1235072" y="1282991"/>
                </a:lnTo>
                <a:lnTo>
                  <a:pt x="1241211" y="1326641"/>
                </a:lnTo>
                <a:lnTo>
                  <a:pt x="1246434" y="1370410"/>
                </a:lnTo>
                <a:lnTo>
                  <a:pt x="1250739" y="1414279"/>
                </a:lnTo>
                <a:lnTo>
                  <a:pt x="1254123" y="1458228"/>
                </a:lnTo>
                <a:lnTo>
                  <a:pt x="451223" y="1511597"/>
                </a:lnTo>
                <a:lnTo>
                  <a:pt x="449133" y="1484463"/>
                </a:lnTo>
                <a:lnTo>
                  <a:pt x="446476" y="1457378"/>
                </a:lnTo>
                <a:lnTo>
                  <a:pt x="443251" y="1430356"/>
                </a:lnTo>
                <a:lnTo>
                  <a:pt x="439461" y="1403407"/>
                </a:lnTo>
                <a:lnTo>
                  <a:pt x="435106" y="1376543"/>
                </a:lnTo>
                <a:lnTo>
                  <a:pt x="430190" y="1349777"/>
                </a:lnTo>
                <a:lnTo>
                  <a:pt x="424714" y="1323119"/>
                </a:lnTo>
                <a:lnTo>
                  <a:pt x="418680" y="1296582"/>
                </a:lnTo>
                <a:lnTo>
                  <a:pt x="412092" y="1270177"/>
                </a:lnTo>
                <a:lnTo>
                  <a:pt x="404951" y="1243916"/>
                </a:lnTo>
                <a:lnTo>
                  <a:pt x="397262" y="1217811"/>
                </a:lnTo>
                <a:lnTo>
                  <a:pt x="389027" y="1191872"/>
                </a:lnTo>
                <a:lnTo>
                  <a:pt x="380251" y="1166112"/>
                </a:lnTo>
                <a:lnTo>
                  <a:pt x="370936" y="1140541"/>
                </a:lnTo>
                <a:lnTo>
                  <a:pt x="361088" y="1115172"/>
                </a:lnTo>
                <a:lnTo>
                  <a:pt x="350710" y="1090014"/>
                </a:lnTo>
                <a:lnTo>
                  <a:pt x="339807" y="1065079"/>
                </a:lnTo>
                <a:lnTo>
                  <a:pt x="328384" y="1040378"/>
                </a:lnTo>
                <a:lnTo>
                  <a:pt x="316446" y="1015922"/>
                </a:lnTo>
                <a:lnTo>
                  <a:pt x="303998" y="991722"/>
                </a:lnTo>
                <a:lnTo>
                  <a:pt x="291045" y="967787"/>
                </a:lnTo>
                <a:lnTo>
                  <a:pt x="277594" y="944130"/>
                </a:lnTo>
                <a:lnTo>
                  <a:pt x="263650" y="920759"/>
                </a:lnTo>
                <a:lnTo>
                  <a:pt x="249219" y="897686"/>
                </a:lnTo>
                <a:lnTo>
                  <a:pt x="234308" y="874921"/>
                </a:lnTo>
                <a:lnTo>
                  <a:pt x="218922" y="852473"/>
                </a:lnTo>
                <a:lnTo>
                  <a:pt x="203070" y="830352"/>
                </a:lnTo>
                <a:lnTo>
                  <a:pt x="186758" y="808569"/>
                </a:lnTo>
                <a:lnTo>
                  <a:pt x="169993" y="787132"/>
                </a:lnTo>
                <a:lnTo>
                  <a:pt x="152782" y="766051"/>
                </a:lnTo>
                <a:lnTo>
                  <a:pt x="135133" y="745335"/>
                </a:lnTo>
                <a:lnTo>
                  <a:pt x="117053" y="724994"/>
                </a:lnTo>
                <a:lnTo>
                  <a:pt x="98552" y="705036"/>
                </a:lnTo>
                <a:lnTo>
                  <a:pt x="79636" y="685471"/>
                </a:lnTo>
                <a:lnTo>
                  <a:pt x="60314" y="666306"/>
                </a:lnTo>
                <a:lnTo>
                  <a:pt x="40595" y="647550"/>
                </a:lnTo>
                <a:lnTo>
                  <a:pt x="20487" y="629212"/>
                </a:lnTo>
                <a:lnTo>
                  <a:pt x="0" y="611299"/>
                </a:lnTo>
                <a:close/>
              </a:path>
            </a:pathLst>
          </a:custGeom>
          <a:solidFill>
            <a:srgbClr val="D7E9F2"/>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5433313" y="3563834"/>
            <a:ext cx="830327" cy="555487"/>
          </a:xfrm>
          <a:custGeom>
            <a:avLst/>
            <a:gdLst/>
            <a:ahLst/>
            <a:cxnLst/>
            <a:rect l="l" t="t" r="r" b="b"/>
            <a:pathLst>
              <a:path w="830327" h="555487">
                <a:moveTo>
                  <a:pt x="825696" y="0"/>
                </a:moveTo>
                <a:lnTo>
                  <a:pt x="828268" y="46457"/>
                </a:lnTo>
                <a:lnTo>
                  <a:pt x="829812" y="92960"/>
                </a:lnTo>
                <a:lnTo>
                  <a:pt x="830327" y="139486"/>
                </a:lnTo>
                <a:lnTo>
                  <a:pt x="829812" y="186011"/>
                </a:lnTo>
                <a:lnTo>
                  <a:pt x="828268" y="232514"/>
                </a:lnTo>
                <a:lnTo>
                  <a:pt x="825696" y="278971"/>
                </a:lnTo>
                <a:lnTo>
                  <a:pt x="822097" y="325359"/>
                </a:lnTo>
                <a:lnTo>
                  <a:pt x="817472" y="371657"/>
                </a:lnTo>
                <a:lnTo>
                  <a:pt x="811824" y="417842"/>
                </a:lnTo>
                <a:lnTo>
                  <a:pt x="805156" y="463890"/>
                </a:lnTo>
                <a:lnTo>
                  <a:pt x="797471" y="509779"/>
                </a:lnTo>
                <a:lnTo>
                  <a:pt x="788773" y="555487"/>
                </a:lnTo>
                <a:lnTo>
                  <a:pt x="0" y="396321"/>
                </a:lnTo>
                <a:lnTo>
                  <a:pt x="5370" y="368101"/>
                </a:lnTo>
                <a:lnTo>
                  <a:pt x="10115" y="339770"/>
                </a:lnTo>
                <a:lnTo>
                  <a:pt x="14231" y="311340"/>
                </a:lnTo>
                <a:lnTo>
                  <a:pt x="17718" y="282826"/>
                </a:lnTo>
                <a:lnTo>
                  <a:pt x="20573" y="254242"/>
                </a:lnTo>
                <a:lnTo>
                  <a:pt x="22796" y="225602"/>
                </a:lnTo>
                <a:lnTo>
                  <a:pt x="24384" y="196920"/>
                </a:lnTo>
                <a:lnTo>
                  <a:pt x="25337" y="168210"/>
                </a:lnTo>
                <a:lnTo>
                  <a:pt x="25655" y="139486"/>
                </a:lnTo>
                <a:lnTo>
                  <a:pt x="25337" y="110761"/>
                </a:lnTo>
                <a:lnTo>
                  <a:pt x="24384" y="82051"/>
                </a:lnTo>
                <a:lnTo>
                  <a:pt x="22796" y="53369"/>
                </a:lnTo>
                <a:close/>
              </a:path>
            </a:pathLst>
          </a:custGeom>
          <a:solidFill>
            <a:srgbClr val="D7E9F2"/>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4542770" y="1990987"/>
            <a:ext cx="838827" cy="1176298"/>
          </a:xfrm>
          <a:prstGeom prst="line">
            <a:avLst/>
          </a:prstGeom>
          <a:ln w="20320">
            <a:solidFill>
              <a:srgbClr val="0072B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21899" y="3225077"/>
            <a:ext cx="1097280" cy="256032"/>
          </a:xfrm>
          <a:prstGeom prst="rect">
            <a:avLst/>
          </a:prstGeom>
          <a:noFill/>
        </p:spPr>
        <p:txBody>
          <a:bodyPr wrap="none">
            <a:spAutoFit/>
          </a:bodyPr>
          <a:lstStyle/>
          <a:p>
            <a:pPr algn="ctr"/>
            <a:r>
              <a:rPr sz="1000" b="1" i="0">
                <a:solidFill>
                  <a:srgbClr val="1A1A1A"/>
                </a:solidFill>
                <a:latin typeface="Calibri"/>
              </a:rPr>
              <a:t>Institution</a:t>
            </a:r>
          </a:p>
        </p:txBody>
      </p:sp>
      <p:sp>
        <p:nvSpPr>
          <p:cNvPr id="16" name="Freeform 15"/>
          <p:cNvSpPr/>
          <p:nvPr/>
        </p:nvSpPr>
        <p:spPr>
          <a:xfrm>
            <a:off x="4361194" y="3833546"/>
            <a:ext cx="1072119" cy="1106434"/>
          </a:xfrm>
          <a:custGeom>
            <a:avLst/>
            <a:gdLst/>
            <a:ahLst/>
            <a:cxnLst/>
            <a:rect l="l" t="t" r="r" b="b"/>
            <a:pathLst>
              <a:path w="1072119" h="1106434">
                <a:moveTo>
                  <a:pt x="1072119" y="126609"/>
                </a:moveTo>
                <a:lnTo>
                  <a:pt x="1066377" y="153582"/>
                </a:lnTo>
                <a:lnTo>
                  <a:pt x="1060064" y="180427"/>
                </a:lnTo>
                <a:lnTo>
                  <a:pt x="1053182" y="207131"/>
                </a:lnTo>
                <a:lnTo>
                  <a:pt x="1045735" y="233684"/>
                </a:lnTo>
                <a:lnTo>
                  <a:pt x="1037725" y="260072"/>
                </a:lnTo>
                <a:lnTo>
                  <a:pt x="1029157" y="286284"/>
                </a:lnTo>
                <a:lnTo>
                  <a:pt x="1020034" y="312309"/>
                </a:lnTo>
                <a:lnTo>
                  <a:pt x="1010361" y="338134"/>
                </a:lnTo>
                <a:lnTo>
                  <a:pt x="1000141" y="363747"/>
                </a:lnTo>
                <a:lnTo>
                  <a:pt x="989379" y="389138"/>
                </a:lnTo>
                <a:lnTo>
                  <a:pt x="978081" y="414294"/>
                </a:lnTo>
                <a:lnTo>
                  <a:pt x="966251" y="439205"/>
                </a:lnTo>
                <a:lnTo>
                  <a:pt x="953894" y="463859"/>
                </a:lnTo>
                <a:lnTo>
                  <a:pt x="941017" y="488245"/>
                </a:lnTo>
                <a:lnTo>
                  <a:pt x="927625" y="512352"/>
                </a:lnTo>
                <a:lnTo>
                  <a:pt x="913724" y="536169"/>
                </a:lnTo>
                <a:lnTo>
                  <a:pt x="899320" y="559686"/>
                </a:lnTo>
                <a:lnTo>
                  <a:pt x="884420" y="582891"/>
                </a:lnTo>
                <a:lnTo>
                  <a:pt x="869031" y="605775"/>
                </a:lnTo>
                <a:lnTo>
                  <a:pt x="853159" y="628327"/>
                </a:lnTo>
                <a:lnTo>
                  <a:pt x="836811" y="650536"/>
                </a:lnTo>
                <a:lnTo>
                  <a:pt x="819996" y="672393"/>
                </a:lnTo>
                <a:lnTo>
                  <a:pt x="802720" y="693889"/>
                </a:lnTo>
                <a:lnTo>
                  <a:pt x="784992" y="715012"/>
                </a:lnTo>
                <a:lnTo>
                  <a:pt x="766819" y="735755"/>
                </a:lnTo>
                <a:lnTo>
                  <a:pt x="748210" y="756106"/>
                </a:lnTo>
                <a:lnTo>
                  <a:pt x="729172" y="776058"/>
                </a:lnTo>
                <a:lnTo>
                  <a:pt x="709716" y="795601"/>
                </a:lnTo>
                <a:lnTo>
                  <a:pt x="689848" y="814727"/>
                </a:lnTo>
                <a:lnTo>
                  <a:pt x="669579" y="833426"/>
                </a:lnTo>
                <a:lnTo>
                  <a:pt x="648917" y="851690"/>
                </a:lnTo>
                <a:lnTo>
                  <a:pt x="627872" y="869512"/>
                </a:lnTo>
                <a:lnTo>
                  <a:pt x="606454" y="886883"/>
                </a:lnTo>
                <a:lnTo>
                  <a:pt x="584671" y="903795"/>
                </a:lnTo>
                <a:lnTo>
                  <a:pt x="562534" y="920240"/>
                </a:lnTo>
                <a:lnTo>
                  <a:pt x="540053" y="936212"/>
                </a:lnTo>
                <a:lnTo>
                  <a:pt x="517237" y="951702"/>
                </a:lnTo>
                <a:lnTo>
                  <a:pt x="494098" y="966705"/>
                </a:lnTo>
                <a:lnTo>
                  <a:pt x="470646" y="981212"/>
                </a:lnTo>
                <a:lnTo>
                  <a:pt x="446890" y="995219"/>
                </a:lnTo>
                <a:lnTo>
                  <a:pt x="422843" y="1008718"/>
                </a:lnTo>
                <a:lnTo>
                  <a:pt x="398514" y="1021702"/>
                </a:lnTo>
                <a:lnTo>
                  <a:pt x="373915" y="1034168"/>
                </a:lnTo>
                <a:lnTo>
                  <a:pt x="349057" y="1046108"/>
                </a:lnTo>
                <a:lnTo>
                  <a:pt x="323950" y="1057518"/>
                </a:lnTo>
                <a:lnTo>
                  <a:pt x="298608" y="1068391"/>
                </a:lnTo>
                <a:lnTo>
                  <a:pt x="273040" y="1078724"/>
                </a:lnTo>
                <a:lnTo>
                  <a:pt x="247258" y="1088512"/>
                </a:lnTo>
                <a:lnTo>
                  <a:pt x="221274" y="1097750"/>
                </a:lnTo>
                <a:lnTo>
                  <a:pt x="195100" y="1106434"/>
                </a:lnTo>
                <a:lnTo>
                  <a:pt x="0" y="496813"/>
                </a:lnTo>
                <a:lnTo>
                  <a:pt x="13271" y="492410"/>
                </a:lnTo>
                <a:lnTo>
                  <a:pt x="26446" y="487725"/>
                </a:lnTo>
                <a:lnTo>
                  <a:pt x="39519" y="482763"/>
                </a:lnTo>
                <a:lnTo>
                  <a:pt x="52483" y="477523"/>
                </a:lnTo>
                <a:lnTo>
                  <a:pt x="65333" y="472010"/>
                </a:lnTo>
                <a:lnTo>
                  <a:pt x="78062" y="466225"/>
                </a:lnTo>
                <a:lnTo>
                  <a:pt x="90667" y="460171"/>
                </a:lnTo>
                <a:lnTo>
                  <a:pt x="103139" y="453850"/>
                </a:lnTo>
                <a:lnTo>
                  <a:pt x="115475" y="447266"/>
                </a:lnTo>
                <a:lnTo>
                  <a:pt x="127668" y="440422"/>
                </a:lnTo>
                <a:lnTo>
                  <a:pt x="139713" y="433320"/>
                </a:lnTo>
                <a:lnTo>
                  <a:pt x="151605" y="425964"/>
                </a:lnTo>
                <a:lnTo>
                  <a:pt x="163337" y="418357"/>
                </a:lnTo>
                <a:lnTo>
                  <a:pt x="174906" y="410503"/>
                </a:lnTo>
                <a:lnTo>
                  <a:pt x="186305" y="402404"/>
                </a:lnTo>
                <a:lnTo>
                  <a:pt x="197529" y="394066"/>
                </a:lnTo>
                <a:lnTo>
                  <a:pt x="208574" y="385491"/>
                </a:lnTo>
                <a:lnTo>
                  <a:pt x="219434" y="376683"/>
                </a:lnTo>
                <a:lnTo>
                  <a:pt x="230104" y="367647"/>
                </a:lnTo>
                <a:lnTo>
                  <a:pt x="240581" y="358386"/>
                </a:lnTo>
                <a:lnTo>
                  <a:pt x="250858" y="348905"/>
                </a:lnTo>
                <a:lnTo>
                  <a:pt x="260932" y="339207"/>
                </a:lnTo>
                <a:lnTo>
                  <a:pt x="270797" y="329298"/>
                </a:lnTo>
                <a:lnTo>
                  <a:pt x="280450" y="319182"/>
                </a:lnTo>
                <a:lnTo>
                  <a:pt x="289886" y="308863"/>
                </a:lnTo>
                <a:lnTo>
                  <a:pt x="299100" y="298345"/>
                </a:lnTo>
                <a:lnTo>
                  <a:pt x="308089" y="287635"/>
                </a:lnTo>
                <a:lnTo>
                  <a:pt x="316849" y="276736"/>
                </a:lnTo>
                <a:lnTo>
                  <a:pt x="325375" y="265653"/>
                </a:lnTo>
                <a:lnTo>
                  <a:pt x="333663" y="254392"/>
                </a:lnTo>
                <a:lnTo>
                  <a:pt x="341711" y="242957"/>
                </a:lnTo>
                <a:lnTo>
                  <a:pt x="349514" y="231354"/>
                </a:lnTo>
                <a:lnTo>
                  <a:pt x="357069" y="219588"/>
                </a:lnTo>
                <a:lnTo>
                  <a:pt x="364373" y="207664"/>
                </a:lnTo>
                <a:lnTo>
                  <a:pt x="371421" y="195588"/>
                </a:lnTo>
                <a:lnTo>
                  <a:pt x="378211" y="183365"/>
                </a:lnTo>
                <a:lnTo>
                  <a:pt x="384741" y="171000"/>
                </a:lnTo>
                <a:lnTo>
                  <a:pt x="391006" y="158499"/>
                </a:lnTo>
                <a:lnTo>
                  <a:pt x="397004" y="145869"/>
                </a:lnTo>
                <a:lnTo>
                  <a:pt x="402733" y="133113"/>
                </a:lnTo>
                <a:lnTo>
                  <a:pt x="408190" y="120239"/>
                </a:lnTo>
                <a:lnTo>
                  <a:pt x="413371" y="107252"/>
                </a:lnTo>
                <a:lnTo>
                  <a:pt x="418276" y="94158"/>
                </a:lnTo>
                <a:lnTo>
                  <a:pt x="422902" y="80962"/>
                </a:lnTo>
                <a:lnTo>
                  <a:pt x="427247" y="67671"/>
                </a:lnTo>
                <a:lnTo>
                  <a:pt x="431308" y="54291"/>
                </a:lnTo>
                <a:lnTo>
                  <a:pt x="435084" y="40828"/>
                </a:lnTo>
                <a:lnTo>
                  <a:pt x="438573" y="27288"/>
                </a:lnTo>
                <a:lnTo>
                  <a:pt x="441774" y="13676"/>
                </a:lnTo>
                <a:lnTo>
                  <a:pt x="444685" y="0"/>
                </a:lnTo>
                <a:close/>
              </a:path>
            </a:pathLst>
          </a:custGeom>
          <a:solidFill>
            <a:srgbClr val="D5C9E3"/>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5321332" y="3960155"/>
            <a:ext cx="900754" cy="685503"/>
          </a:xfrm>
          <a:custGeom>
            <a:avLst/>
            <a:gdLst/>
            <a:ahLst/>
            <a:cxnLst/>
            <a:rect l="l" t="t" r="r" b="b"/>
            <a:pathLst>
              <a:path w="900754" h="685503">
                <a:moveTo>
                  <a:pt x="900754" y="159166"/>
                </a:moveTo>
                <a:lnTo>
                  <a:pt x="891047" y="204670"/>
                </a:lnTo>
                <a:lnTo>
                  <a:pt x="880335" y="249948"/>
                </a:lnTo>
                <a:lnTo>
                  <a:pt x="868625" y="294979"/>
                </a:lnTo>
                <a:lnTo>
                  <a:pt x="855921" y="339739"/>
                </a:lnTo>
                <a:lnTo>
                  <a:pt x="842230" y="384208"/>
                </a:lnTo>
                <a:lnTo>
                  <a:pt x="827558" y="428362"/>
                </a:lnTo>
                <a:lnTo>
                  <a:pt x="811914" y="472181"/>
                </a:lnTo>
                <a:lnTo>
                  <a:pt x="795303" y="515644"/>
                </a:lnTo>
                <a:lnTo>
                  <a:pt x="777736" y="558728"/>
                </a:lnTo>
                <a:lnTo>
                  <a:pt x="759219" y="601413"/>
                </a:lnTo>
                <a:lnTo>
                  <a:pt x="739763" y="643678"/>
                </a:lnTo>
                <a:lnTo>
                  <a:pt x="719377" y="685503"/>
                </a:lnTo>
                <a:lnTo>
                  <a:pt x="0" y="324956"/>
                </a:lnTo>
                <a:lnTo>
                  <a:pt x="12586" y="299134"/>
                </a:lnTo>
                <a:lnTo>
                  <a:pt x="24599" y="273040"/>
                </a:lnTo>
                <a:lnTo>
                  <a:pt x="36030" y="246686"/>
                </a:lnTo>
                <a:lnTo>
                  <a:pt x="46876" y="220087"/>
                </a:lnTo>
                <a:lnTo>
                  <a:pt x="57131" y="193253"/>
                </a:lnTo>
                <a:lnTo>
                  <a:pt x="66790" y="166200"/>
                </a:lnTo>
                <a:lnTo>
                  <a:pt x="75848" y="138939"/>
                </a:lnTo>
                <a:lnTo>
                  <a:pt x="84301" y="111485"/>
                </a:lnTo>
                <a:lnTo>
                  <a:pt x="92144" y="83850"/>
                </a:lnTo>
                <a:lnTo>
                  <a:pt x="99374" y="56049"/>
                </a:lnTo>
                <a:lnTo>
                  <a:pt x="105988" y="28094"/>
                </a:lnTo>
                <a:lnTo>
                  <a:pt x="111981"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5128013" y="4285111"/>
            <a:ext cx="912696" cy="820854"/>
          </a:xfrm>
          <a:custGeom>
            <a:avLst/>
            <a:gdLst/>
            <a:ahLst/>
            <a:cxnLst/>
            <a:rect l="l" t="t" r="r" b="b"/>
            <a:pathLst>
              <a:path w="912696" h="820854">
                <a:moveTo>
                  <a:pt x="912696" y="360547"/>
                </a:moveTo>
                <a:lnTo>
                  <a:pt x="891389" y="401910"/>
                </a:lnTo>
                <a:lnTo>
                  <a:pt x="869173" y="442791"/>
                </a:lnTo>
                <a:lnTo>
                  <a:pt x="846058" y="483172"/>
                </a:lnTo>
                <a:lnTo>
                  <a:pt x="822054" y="523031"/>
                </a:lnTo>
                <a:lnTo>
                  <a:pt x="797176" y="562349"/>
                </a:lnTo>
                <a:lnTo>
                  <a:pt x="771433" y="601107"/>
                </a:lnTo>
                <a:lnTo>
                  <a:pt x="744839" y="639286"/>
                </a:lnTo>
                <a:lnTo>
                  <a:pt x="717407" y="676868"/>
                </a:lnTo>
                <a:lnTo>
                  <a:pt x="689151" y="713833"/>
                </a:lnTo>
                <a:lnTo>
                  <a:pt x="660084" y="750164"/>
                </a:lnTo>
                <a:lnTo>
                  <a:pt x="630220" y="785844"/>
                </a:lnTo>
                <a:lnTo>
                  <a:pt x="599574" y="820854"/>
                </a:lnTo>
                <a:lnTo>
                  <a:pt x="0" y="284190"/>
                </a:lnTo>
                <a:lnTo>
                  <a:pt x="18921" y="262575"/>
                </a:lnTo>
                <a:lnTo>
                  <a:pt x="37358" y="240547"/>
                </a:lnTo>
                <a:lnTo>
                  <a:pt x="55304" y="218116"/>
                </a:lnTo>
                <a:lnTo>
                  <a:pt x="72750" y="195294"/>
                </a:lnTo>
                <a:lnTo>
                  <a:pt x="89686" y="172091"/>
                </a:lnTo>
                <a:lnTo>
                  <a:pt x="106105" y="148520"/>
                </a:lnTo>
                <a:lnTo>
                  <a:pt x="121998" y="124591"/>
                </a:lnTo>
                <a:lnTo>
                  <a:pt x="137358" y="100316"/>
                </a:lnTo>
                <a:lnTo>
                  <a:pt x="152177" y="75707"/>
                </a:lnTo>
                <a:lnTo>
                  <a:pt x="166448" y="50777"/>
                </a:lnTo>
                <a:lnTo>
                  <a:pt x="180165" y="25537"/>
                </a:lnTo>
                <a:lnTo>
                  <a:pt x="193319"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4960427" y="4569301"/>
            <a:ext cx="767160" cy="790663"/>
          </a:xfrm>
          <a:custGeom>
            <a:avLst/>
            <a:gdLst/>
            <a:ahLst/>
            <a:cxnLst/>
            <a:rect l="l" t="t" r="r" b="b"/>
            <a:pathLst>
              <a:path w="767160" h="790663">
                <a:moveTo>
                  <a:pt x="767160" y="536664"/>
                </a:moveTo>
                <a:lnTo>
                  <a:pt x="735747" y="570987"/>
                </a:lnTo>
                <a:lnTo>
                  <a:pt x="703582" y="604608"/>
                </a:lnTo>
                <a:lnTo>
                  <a:pt x="670682" y="637508"/>
                </a:lnTo>
                <a:lnTo>
                  <a:pt x="637061" y="669673"/>
                </a:lnTo>
                <a:lnTo>
                  <a:pt x="602738" y="701086"/>
                </a:lnTo>
                <a:lnTo>
                  <a:pt x="567728" y="731732"/>
                </a:lnTo>
                <a:lnTo>
                  <a:pt x="532048" y="761596"/>
                </a:lnTo>
                <a:lnTo>
                  <a:pt x="495717" y="790663"/>
                </a:lnTo>
                <a:lnTo>
                  <a:pt x="0" y="156816"/>
                </a:lnTo>
                <a:lnTo>
                  <a:pt x="22431" y="138870"/>
                </a:lnTo>
                <a:lnTo>
                  <a:pt x="44459" y="120433"/>
                </a:lnTo>
                <a:lnTo>
                  <a:pt x="66074" y="101512"/>
                </a:lnTo>
                <a:lnTo>
                  <a:pt x="87265" y="82118"/>
                </a:lnTo>
                <a:lnTo>
                  <a:pt x="108021" y="62260"/>
                </a:lnTo>
                <a:lnTo>
                  <a:pt x="128334" y="41947"/>
                </a:lnTo>
                <a:lnTo>
                  <a:pt x="148192" y="21191"/>
                </a:lnTo>
                <a:lnTo>
                  <a:pt x="167586"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556294" y="4726117"/>
            <a:ext cx="899850" cy="980245"/>
          </a:xfrm>
          <a:custGeom>
            <a:avLst/>
            <a:gdLst/>
            <a:ahLst/>
            <a:cxnLst/>
            <a:rect l="l" t="t" r="r" b="b"/>
            <a:pathLst>
              <a:path w="899850" h="980245">
                <a:moveTo>
                  <a:pt x="899850" y="633847"/>
                </a:moveTo>
                <a:lnTo>
                  <a:pt x="862885" y="662103"/>
                </a:lnTo>
                <a:lnTo>
                  <a:pt x="825303" y="689535"/>
                </a:lnTo>
                <a:lnTo>
                  <a:pt x="787124" y="716129"/>
                </a:lnTo>
                <a:lnTo>
                  <a:pt x="748366" y="741872"/>
                </a:lnTo>
                <a:lnTo>
                  <a:pt x="709048" y="766750"/>
                </a:lnTo>
                <a:lnTo>
                  <a:pt x="669189" y="790754"/>
                </a:lnTo>
                <a:lnTo>
                  <a:pt x="628808" y="813869"/>
                </a:lnTo>
                <a:lnTo>
                  <a:pt x="587927" y="836085"/>
                </a:lnTo>
                <a:lnTo>
                  <a:pt x="546564" y="857392"/>
                </a:lnTo>
                <a:lnTo>
                  <a:pt x="504739" y="877778"/>
                </a:lnTo>
                <a:lnTo>
                  <a:pt x="462474" y="897234"/>
                </a:lnTo>
                <a:lnTo>
                  <a:pt x="419789" y="915751"/>
                </a:lnTo>
                <a:lnTo>
                  <a:pt x="376705" y="933318"/>
                </a:lnTo>
                <a:lnTo>
                  <a:pt x="333242" y="949929"/>
                </a:lnTo>
                <a:lnTo>
                  <a:pt x="289423" y="965573"/>
                </a:lnTo>
                <a:lnTo>
                  <a:pt x="245269" y="980245"/>
                </a:lnTo>
                <a:lnTo>
                  <a:pt x="0" y="213863"/>
                </a:lnTo>
                <a:lnTo>
                  <a:pt x="27261" y="204805"/>
                </a:lnTo>
                <a:lnTo>
                  <a:pt x="54314" y="195146"/>
                </a:lnTo>
                <a:lnTo>
                  <a:pt x="81148" y="184891"/>
                </a:lnTo>
                <a:lnTo>
                  <a:pt x="107747" y="174045"/>
                </a:lnTo>
                <a:lnTo>
                  <a:pt x="134101" y="162614"/>
                </a:lnTo>
                <a:lnTo>
                  <a:pt x="160195" y="150601"/>
                </a:lnTo>
                <a:lnTo>
                  <a:pt x="186017" y="138015"/>
                </a:lnTo>
                <a:lnTo>
                  <a:pt x="211554" y="124861"/>
                </a:lnTo>
                <a:lnTo>
                  <a:pt x="236794" y="111144"/>
                </a:lnTo>
                <a:lnTo>
                  <a:pt x="261724" y="96873"/>
                </a:lnTo>
                <a:lnTo>
                  <a:pt x="286333" y="82054"/>
                </a:lnTo>
                <a:lnTo>
                  <a:pt x="310608" y="66694"/>
                </a:lnTo>
                <a:lnTo>
                  <a:pt x="334537" y="50801"/>
                </a:lnTo>
                <a:lnTo>
                  <a:pt x="358108" y="34382"/>
                </a:lnTo>
                <a:lnTo>
                  <a:pt x="381311" y="17446"/>
                </a:lnTo>
                <a:lnTo>
                  <a:pt x="404133"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4805879" y="3833546"/>
            <a:ext cx="1416207" cy="285775"/>
          </a:xfrm>
          <a:prstGeom prst="line">
            <a:avLst/>
          </a:prstGeom>
          <a:ln w="20320">
            <a:solidFill>
              <a:srgbClr val="6A3D9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40906" y="4236983"/>
            <a:ext cx="1097280" cy="256032"/>
          </a:xfrm>
          <a:prstGeom prst="rect">
            <a:avLst/>
          </a:prstGeom>
          <a:noFill/>
        </p:spPr>
        <p:txBody>
          <a:bodyPr wrap="none">
            <a:spAutoFit/>
          </a:bodyPr>
          <a:lstStyle/>
          <a:p>
            <a:pPr algn="ctr"/>
            <a:r>
              <a:rPr sz="1000" b="1" i="0">
                <a:solidFill>
                  <a:srgbClr val="1A1A1A"/>
                </a:solidFill>
                <a:latin typeface="Calibri"/>
              </a:rPr>
              <a:t>Aim</a:t>
            </a:r>
          </a:p>
        </p:txBody>
      </p:sp>
      <p:sp>
        <p:nvSpPr>
          <p:cNvPr id="23" name="Freeform 22"/>
          <p:cNvSpPr/>
          <p:nvPr/>
        </p:nvSpPr>
        <p:spPr>
          <a:xfrm>
            <a:off x="3360612" y="4221921"/>
            <a:ext cx="1195682" cy="779808"/>
          </a:xfrm>
          <a:custGeom>
            <a:avLst/>
            <a:gdLst/>
            <a:ahLst/>
            <a:cxnLst/>
            <a:rect l="l" t="t" r="r" b="b"/>
            <a:pathLst>
              <a:path w="1195682" h="779808">
                <a:moveTo>
                  <a:pt x="1195682" y="718059"/>
                </a:moveTo>
                <a:lnTo>
                  <a:pt x="1169425" y="726157"/>
                </a:lnTo>
                <a:lnTo>
                  <a:pt x="1143003" y="733698"/>
                </a:lnTo>
                <a:lnTo>
                  <a:pt x="1116427" y="740677"/>
                </a:lnTo>
                <a:lnTo>
                  <a:pt x="1089709" y="747093"/>
                </a:lnTo>
                <a:lnTo>
                  <a:pt x="1062862" y="752942"/>
                </a:lnTo>
                <a:lnTo>
                  <a:pt x="1035896" y="758221"/>
                </a:lnTo>
                <a:lnTo>
                  <a:pt x="1008825" y="762929"/>
                </a:lnTo>
                <a:lnTo>
                  <a:pt x="981661" y="767063"/>
                </a:lnTo>
                <a:lnTo>
                  <a:pt x="954415" y="770621"/>
                </a:lnTo>
                <a:lnTo>
                  <a:pt x="927100" y="773602"/>
                </a:lnTo>
                <a:lnTo>
                  <a:pt x="899728" y="776004"/>
                </a:lnTo>
                <a:lnTo>
                  <a:pt x="872311" y="777826"/>
                </a:lnTo>
                <a:lnTo>
                  <a:pt x="844862" y="779068"/>
                </a:lnTo>
                <a:lnTo>
                  <a:pt x="817393" y="779729"/>
                </a:lnTo>
                <a:lnTo>
                  <a:pt x="789916" y="779808"/>
                </a:lnTo>
                <a:lnTo>
                  <a:pt x="762443" y="779306"/>
                </a:lnTo>
                <a:lnTo>
                  <a:pt x="734987" y="778223"/>
                </a:lnTo>
                <a:lnTo>
                  <a:pt x="707560" y="776558"/>
                </a:lnTo>
                <a:lnTo>
                  <a:pt x="680175" y="774314"/>
                </a:lnTo>
                <a:lnTo>
                  <a:pt x="652843" y="771491"/>
                </a:lnTo>
                <a:lnTo>
                  <a:pt x="625577" y="768090"/>
                </a:lnTo>
                <a:lnTo>
                  <a:pt x="598389" y="764113"/>
                </a:lnTo>
                <a:lnTo>
                  <a:pt x="571292" y="759562"/>
                </a:lnTo>
                <a:lnTo>
                  <a:pt x="544296" y="754438"/>
                </a:lnTo>
                <a:lnTo>
                  <a:pt x="517416" y="748744"/>
                </a:lnTo>
                <a:lnTo>
                  <a:pt x="490661" y="742483"/>
                </a:lnTo>
                <a:lnTo>
                  <a:pt x="464046" y="735657"/>
                </a:lnTo>
                <a:lnTo>
                  <a:pt x="437580" y="728269"/>
                </a:lnTo>
                <a:lnTo>
                  <a:pt x="411277" y="720323"/>
                </a:lnTo>
                <a:lnTo>
                  <a:pt x="385148" y="711822"/>
                </a:lnTo>
                <a:lnTo>
                  <a:pt x="359204" y="702770"/>
                </a:lnTo>
                <a:lnTo>
                  <a:pt x="333458" y="693171"/>
                </a:lnTo>
                <a:lnTo>
                  <a:pt x="307921" y="683029"/>
                </a:lnTo>
                <a:lnTo>
                  <a:pt x="282604" y="672350"/>
                </a:lnTo>
                <a:lnTo>
                  <a:pt x="257519" y="661137"/>
                </a:lnTo>
                <a:lnTo>
                  <a:pt x="232677" y="649395"/>
                </a:lnTo>
                <a:lnTo>
                  <a:pt x="208089" y="637131"/>
                </a:lnTo>
                <a:lnTo>
                  <a:pt x="183765" y="624349"/>
                </a:lnTo>
                <a:lnTo>
                  <a:pt x="159718" y="611055"/>
                </a:lnTo>
                <a:lnTo>
                  <a:pt x="135957" y="597256"/>
                </a:lnTo>
                <a:lnTo>
                  <a:pt x="112494" y="582956"/>
                </a:lnTo>
                <a:lnTo>
                  <a:pt x="89339" y="568164"/>
                </a:lnTo>
                <a:lnTo>
                  <a:pt x="66501" y="552885"/>
                </a:lnTo>
                <a:lnTo>
                  <a:pt x="43992" y="537126"/>
                </a:lnTo>
                <a:lnTo>
                  <a:pt x="21822" y="520894"/>
                </a:lnTo>
                <a:lnTo>
                  <a:pt x="0" y="504196"/>
                </a:lnTo>
                <a:lnTo>
                  <a:pt x="394321" y="0"/>
                </a:lnTo>
                <a:lnTo>
                  <a:pt x="405385" y="8466"/>
                </a:lnTo>
                <a:lnTo>
                  <a:pt x="416627" y="16697"/>
                </a:lnTo>
                <a:lnTo>
                  <a:pt x="428040" y="24687"/>
                </a:lnTo>
                <a:lnTo>
                  <a:pt x="439619" y="32434"/>
                </a:lnTo>
                <a:lnTo>
                  <a:pt x="451360" y="39935"/>
                </a:lnTo>
                <a:lnTo>
                  <a:pt x="463257" y="47185"/>
                </a:lnTo>
                <a:lnTo>
                  <a:pt x="475304" y="54182"/>
                </a:lnTo>
                <a:lnTo>
                  <a:pt x="487497" y="60923"/>
                </a:lnTo>
                <a:lnTo>
                  <a:pt x="499830" y="67404"/>
                </a:lnTo>
                <a:lnTo>
                  <a:pt x="512298" y="73622"/>
                </a:lnTo>
                <a:lnTo>
                  <a:pt x="524894" y="79576"/>
                </a:lnTo>
                <a:lnTo>
                  <a:pt x="537613" y="85261"/>
                </a:lnTo>
                <a:lnTo>
                  <a:pt x="550450" y="90676"/>
                </a:lnTo>
                <a:lnTo>
                  <a:pt x="563398" y="95818"/>
                </a:lnTo>
                <a:lnTo>
                  <a:pt x="576452" y="100685"/>
                </a:lnTo>
                <a:lnTo>
                  <a:pt x="589607" y="105275"/>
                </a:lnTo>
                <a:lnTo>
                  <a:pt x="602855" y="109585"/>
                </a:lnTo>
                <a:lnTo>
                  <a:pt x="616192" y="113615"/>
                </a:lnTo>
                <a:lnTo>
                  <a:pt x="629611" y="117360"/>
                </a:lnTo>
                <a:lnTo>
                  <a:pt x="643107" y="120822"/>
                </a:lnTo>
                <a:lnTo>
                  <a:pt x="656672" y="123996"/>
                </a:lnTo>
                <a:lnTo>
                  <a:pt x="670302" y="126883"/>
                </a:lnTo>
                <a:lnTo>
                  <a:pt x="683990" y="129481"/>
                </a:lnTo>
                <a:lnTo>
                  <a:pt x="697729" y="131789"/>
                </a:lnTo>
                <a:lnTo>
                  <a:pt x="711515" y="133806"/>
                </a:lnTo>
                <a:lnTo>
                  <a:pt x="725340" y="135530"/>
                </a:lnTo>
                <a:lnTo>
                  <a:pt x="739198" y="136961"/>
                </a:lnTo>
                <a:lnTo>
                  <a:pt x="753084" y="138099"/>
                </a:lnTo>
                <a:lnTo>
                  <a:pt x="766990" y="138943"/>
                </a:lnTo>
                <a:lnTo>
                  <a:pt x="780911" y="139492"/>
                </a:lnTo>
                <a:lnTo>
                  <a:pt x="794841" y="139747"/>
                </a:lnTo>
                <a:lnTo>
                  <a:pt x="808773" y="139707"/>
                </a:lnTo>
                <a:lnTo>
                  <a:pt x="822701" y="139372"/>
                </a:lnTo>
                <a:lnTo>
                  <a:pt x="836619" y="138742"/>
                </a:lnTo>
                <a:lnTo>
                  <a:pt x="850521" y="137818"/>
                </a:lnTo>
                <a:lnTo>
                  <a:pt x="864399" y="136600"/>
                </a:lnTo>
                <a:lnTo>
                  <a:pt x="878249" y="135089"/>
                </a:lnTo>
                <a:lnTo>
                  <a:pt x="892064" y="133285"/>
                </a:lnTo>
                <a:lnTo>
                  <a:pt x="905838" y="131189"/>
                </a:lnTo>
                <a:lnTo>
                  <a:pt x="919564" y="128802"/>
                </a:lnTo>
                <a:lnTo>
                  <a:pt x="933236" y="126125"/>
                </a:lnTo>
                <a:lnTo>
                  <a:pt x="946849" y="123159"/>
                </a:lnTo>
                <a:lnTo>
                  <a:pt x="960396" y="119906"/>
                </a:lnTo>
                <a:lnTo>
                  <a:pt x="973871" y="116367"/>
                </a:lnTo>
                <a:lnTo>
                  <a:pt x="987269" y="112544"/>
                </a:lnTo>
                <a:lnTo>
                  <a:pt x="1000582" y="108438"/>
                </a:lnTo>
                <a:close/>
              </a:path>
            </a:pathLst>
          </a:custGeom>
          <a:solidFill>
            <a:srgbClr val="F6DB9E"/>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3699014" y="4939980"/>
            <a:ext cx="1102549" cy="866377"/>
          </a:xfrm>
          <a:custGeom>
            <a:avLst/>
            <a:gdLst/>
            <a:ahLst/>
            <a:cxnLst/>
            <a:rect l="l" t="t" r="r" b="b"/>
            <a:pathLst>
              <a:path w="1102549" h="866377">
                <a:moveTo>
                  <a:pt x="1102549" y="766382"/>
                </a:moveTo>
                <a:lnTo>
                  <a:pt x="1059865" y="779544"/>
                </a:lnTo>
                <a:lnTo>
                  <a:pt x="1016911" y="791797"/>
                </a:lnTo>
                <a:lnTo>
                  <a:pt x="973707" y="803135"/>
                </a:lnTo>
                <a:lnTo>
                  <a:pt x="930271" y="813552"/>
                </a:lnTo>
                <a:lnTo>
                  <a:pt x="886625" y="823045"/>
                </a:lnTo>
                <a:lnTo>
                  <a:pt x="842786" y="831609"/>
                </a:lnTo>
                <a:lnTo>
                  <a:pt x="798775" y="839240"/>
                </a:lnTo>
                <a:lnTo>
                  <a:pt x="754613" y="845934"/>
                </a:lnTo>
                <a:lnTo>
                  <a:pt x="710318" y="851690"/>
                </a:lnTo>
                <a:lnTo>
                  <a:pt x="665911" y="856503"/>
                </a:lnTo>
                <a:lnTo>
                  <a:pt x="621411" y="860372"/>
                </a:lnTo>
                <a:lnTo>
                  <a:pt x="576840" y="863295"/>
                </a:lnTo>
                <a:lnTo>
                  <a:pt x="532217" y="865270"/>
                </a:lnTo>
                <a:lnTo>
                  <a:pt x="487561" y="866298"/>
                </a:lnTo>
                <a:lnTo>
                  <a:pt x="442894" y="866377"/>
                </a:lnTo>
                <a:lnTo>
                  <a:pt x="398235" y="865508"/>
                </a:lnTo>
                <a:lnTo>
                  <a:pt x="353605" y="863690"/>
                </a:lnTo>
                <a:lnTo>
                  <a:pt x="309024" y="860925"/>
                </a:lnTo>
                <a:lnTo>
                  <a:pt x="264511" y="857213"/>
                </a:lnTo>
                <a:lnTo>
                  <a:pt x="220087" y="852557"/>
                </a:lnTo>
                <a:lnTo>
                  <a:pt x="175772" y="846959"/>
                </a:lnTo>
                <a:lnTo>
                  <a:pt x="131586" y="840421"/>
                </a:lnTo>
                <a:lnTo>
                  <a:pt x="87549" y="832946"/>
                </a:lnTo>
                <a:lnTo>
                  <a:pt x="43680" y="824537"/>
                </a:lnTo>
                <a:lnTo>
                  <a:pt x="0" y="815199"/>
                </a:lnTo>
                <a:lnTo>
                  <a:pt x="176576" y="30140"/>
                </a:lnTo>
                <a:lnTo>
                  <a:pt x="203544" y="35905"/>
                </a:lnTo>
                <a:lnTo>
                  <a:pt x="230628" y="41096"/>
                </a:lnTo>
                <a:lnTo>
                  <a:pt x="257816" y="45711"/>
                </a:lnTo>
                <a:lnTo>
                  <a:pt x="285096" y="49748"/>
                </a:lnTo>
                <a:lnTo>
                  <a:pt x="312456" y="53204"/>
                </a:lnTo>
                <a:lnTo>
                  <a:pt x="339883" y="56079"/>
                </a:lnTo>
                <a:lnTo>
                  <a:pt x="367365" y="58370"/>
                </a:lnTo>
                <a:lnTo>
                  <a:pt x="394889" y="60077"/>
                </a:lnTo>
                <a:lnTo>
                  <a:pt x="422443" y="61200"/>
                </a:lnTo>
                <a:lnTo>
                  <a:pt x="450015" y="61737"/>
                </a:lnTo>
                <a:lnTo>
                  <a:pt x="477592" y="61688"/>
                </a:lnTo>
                <a:lnTo>
                  <a:pt x="505162" y="61053"/>
                </a:lnTo>
                <a:lnTo>
                  <a:pt x="532712" y="59834"/>
                </a:lnTo>
                <a:lnTo>
                  <a:pt x="560230" y="58029"/>
                </a:lnTo>
                <a:lnTo>
                  <a:pt x="587704" y="55640"/>
                </a:lnTo>
                <a:lnTo>
                  <a:pt x="615120" y="52669"/>
                </a:lnTo>
                <a:lnTo>
                  <a:pt x="642467" y="49116"/>
                </a:lnTo>
                <a:lnTo>
                  <a:pt x="669733" y="44982"/>
                </a:lnTo>
                <a:lnTo>
                  <a:pt x="696905" y="40271"/>
                </a:lnTo>
                <a:lnTo>
                  <a:pt x="723970" y="34984"/>
                </a:lnTo>
                <a:lnTo>
                  <a:pt x="750917" y="29123"/>
                </a:lnTo>
                <a:lnTo>
                  <a:pt x="777734" y="22691"/>
                </a:lnTo>
                <a:lnTo>
                  <a:pt x="804408" y="15691"/>
                </a:lnTo>
                <a:lnTo>
                  <a:pt x="830927" y="8127"/>
                </a:lnTo>
                <a:lnTo>
                  <a:pt x="857280" y="0"/>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3344956" y="4900162"/>
            <a:ext cx="530634" cy="855017"/>
          </a:xfrm>
          <a:custGeom>
            <a:avLst/>
            <a:gdLst/>
            <a:ahLst/>
            <a:cxnLst/>
            <a:rect l="l" t="t" r="r" b="b"/>
            <a:pathLst>
              <a:path w="530634" h="855017">
                <a:moveTo>
                  <a:pt x="354058" y="855017"/>
                </a:moveTo>
                <a:lnTo>
                  <a:pt x="308780" y="844305"/>
                </a:lnTo>
                <a:lnTo>
                  <a:pt x="263749" y="832595"/>
                </a:lnTo>
                <a:lnTo>
                  <a:pt x="218989" y="819891"/>
                </a:lnTo>
                <a:lnTo>
                  <a:pt x="174520" y="806200"/>
                </a:lnTo>
                <a:lnTo>
                  <a:pt x="130366" y="791528"/>
                </a:lnTo>
                <a:lnTo>
                  <a:pt x="86547" y="775884"/>
                </a:lnTo>
                <a:lnTo>
                  <a:pt x="43084" y="759273"/>
                </a:lnTo>
                <a:lnTo>
                  <a:pt x="0" y="741706"/>
                </a:lnTo>
                <a:lnTo>
                  <a:pt x="312042" y="0"/>
                </a:lnTo>
                <a:lnTo>
                  <a:pt x="338641" y="10846"/>
                </a:lnTo>
                <a:lnTo>
                  <a:pt x="365475" y="21101"/>
                </a:lnTo>
                <a:lnTo>
                  <a:pt x="392528" y="30760"/>
                </a:lnTo>
                <a:lnTo>
                  <a:pt x="419789" y="39818"/>
                </a:lnTo>
                <a:lnTo>
                  <a:pt x="447243" y="48271"/>
                </a:lnTo>
                <a:lnTo>
                  <a:pt x="474878" y="56114"/>
                </a:lnTo>
                <a:lnTo>
                  <a:pt x="502679" y="63344"/>
                </a:lnTo>
                <a:lnTo>
                  <a:pt x="530634" y="69958"/>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3176818" y="4850978"/>
            <a:ext cx="480180" cy="790890"/>
          </a:xfrm>
          <a:custGeom>
            <a:avLst/>
            <a:gdLst/>
            <a:ahLst/>
            <a:cxnLst/>
            <a:rect l="l" t="t" r="r" b="b"/>
            <a:pathLst>
              <a:path w="480180" h="790890">
                <a:moveTo>
                  <a:pt x="168138" y="790890"/>
                </a:moveTo>
                <a:lnTo>
                  <a:pt x="146744" y="781750"/>
                </a:lnTo>
                <a:lnTo>
                  <a:pt x="125453" y="772373"/>
                </a:lnTo>
                <a:lnTo>
                  <a:pt x="104266" y="762762"/>
                </a:lnTo>
                <a:lnTo>
                  <a:pt x="83188" y="752917"/>
                </a:lnTo>
                <a:lnTo>
                  <a:pt x="62219" y="742840"/>
                </a:lnTo>
                <a:lnTo>
                  <a:pt x="41363" y="732531"/>
                </a:lnTo>
                <a:lnTo>
                  <a:pt x="20623" y="721992"/>
                </a:lnTo>
                <a:lnTo>
                  <a:pt x="0" y="711224"/>
                </a:lnTo>
                <a:lnTo>
                  <a:pt x="376373" y="0"/>
                </a:lnTo>
                <a:lnTo>
                  <a:pt x="389105" y="6647"/>
                </a:lnTo>
                <a:lnTo>
                  <a:pt x="401910" y="13154"/>
                </a:lnTo>
                <a:lnTo>
                  <a:pt x="414786" y="19519"/>
                </a:lnTo>
                <a:lnTo>
                  <a:pt x="427732" y="25740"/>
                </a:lnTo>
                <a:lnTo>
                  <a:pt x="440746" y="31819"/>
                </a:lnTo>
                <a:lnTo>
                  <a:pt x="453826" y="37753"/>
                </a:lnTo>
                <a:lnTo>
                  <a:pt x="466971" y="43541"/>
                </a:lnTo>
                <a:lnTo>
                  <a:pt x="480180" y="49184"/>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3016379" y="4792811"/>
            <a:ext cx="536812" cy="769391"/>
          </a:xfrm>
          <a:custGeom>
            <a:avLst/>
            <a:gdLst/>
            <a:ahLst/>
            <a:cxnLst/>
            <a:rect l="l" t="t" r="r" b="b"/>
            <a:pathLst>
              <a:path w="536812" h="769391">
                <a:moveTo>
                  <a:pt x="160439" y="769391"/>
                </a:moveTo>
                <a:lnTo>
                  <a:pt x="139937" y="758396"/>
                </a:lnTo>
                <a:lnTo>
                  <a:pt x="119558" y="747175"/>
                </a:lnTo>
                <a:lnTo>
                  <a:pt x="99304" y="735729"/>
                </a:lnTo>
                <a:lnTo>
                  <a:pt x="79177" y="724060"/>
                </a:lnTo>
                <a:lnTo>
                  <a:pt x="59182" y="712168"/>
                </a:lnTo>
                <a:lnTo>
                  <a:pt x="39318" y="700056"/>
                </a:lnTo>
                <a:lnTo>
                  <a:pt x="19591" y="687726"/>
                </a:lnTo>
                <a:lnTo>
                  <a:pt x="0" y="675178"/>
                </a:lnTo>
                <a:lnTo>
                  <a:pt x="437758" y="0"/>
                </a:lnTo>
                <a:lnTo>
                  <a:pt x="449853" y="7747"/>
                </a:lnTo>
                <a:lnTo>
                  <a:pt x="462033" y="15360"/>
                </a:lnTo>
                <a:lnTo>
                  <a:pt x="474296" y="22838"/>
                </a:lnTo>
                <a:lnTo>
                  <a:pt x="486642" y="30179"/>
                </a:lnTo>
                <a:lnTo>
                  <a:pt x="499067" y="37384"/>
                </a:lnTo>
                <a:lnTo>
                  <a:pt x="511572" y="44450"/>
                </a:lnTo>
                <a:lnTo>
                  <a:pt x="524154" y="51378"/>
                </a:lnTo>
                <a:lnTo>
                  <a:pt x="536812" y="58167"/>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864895" y="4726117"/>
            <a:ext cx="589242" cy="741872"/>
          </a:xfrm>
          <a:custGeom>
            <a:avLst/>
            <a:gdLst/>
            <a:ahLst/>
            <a:cxnLst/>
            <a:rect l="l" t="t" r="r" b="b"/>
            <a:pathLst>
              <a:path w="589242" h="741872">
                <a:moveTo>
                  <a:pt x="151484" y="741872"/>
                </a:moveTo>
                <a:lnTo>
                  <a:pt x="132034" y="729107"/>
                </a:lnTo>
                <a:lnTo>
                  <a:pt x="112726" y="716129"/>
                </a:lnTo>
                <a:lnTo>
                  <a:pt x="93563" y="702938"/>
                </a:lnTo>
                <a:lnTo>
                  <a:pt x="74547" y="689535"/>
                </a:lnTo>
                <a:lnTo>
                  <a:pt x="55680" y="675923"/>
                </a:lnTo>
                <a:lnTo>
                  <a:pt x="36965" y="662103"/>
                </a:lnTo>
                <a:lnTo>
                  <a:pt x="18405" y="648077"/>
                </a:lnTo>
                <a:lnTo>
                  <a:pt x="0" y="633847"/>
                </a:lnTo>
                <a:lnTo>
                  <a:pt x="495717" y="0"/>
                </a:lnTo>
                <a:lnTo>
                  <a:pt x="507080" y="8786"/>
                </a:lnTo>
                <a:lnTo>
                  <a:pt x="518539" y="17446"/>
                </a:lnTo>
                <a:lnTo>
                  <a:pt x="530094" y="25978"/>
                </a:lnTo>
                <a:lnTo>
                  <a:pt x="541742" y="34382"/>
                </a:lnTo>
                <a:lnTo>
                  <a:pt x="553482" y="42656"/>
                </a:lnTo>
                <a:lnTo>
                  <a:pt x="565313" y="50801"/>
                </a:lnTo>
                <a:lnTo>
                  <a:pt x="577234" y="58813"/>
                </a:lnTo>
                <a:lnTo>
                  <a:pt x="589242" y="66694"/>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4361194" y="4330359"/>
            <a:ext cx="440369" cy="1376003"/>
          </a:xfrm>
          <a:prstGeom prst="line">
            <a:avLst/>
          </a:prstGeom>
          <a:ln w="20320">
            <a:solidFill>
              <a:srgbClr val="E69F0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439613" y="4547571"/>
            <a:ext cx="1097280" cy="256032"/>
          </a:xfrm>
          <a:prstGeom prst="rect">
            <a:avLst/>
          </a:prstGeom>
          <a:noFill/>
        </p:spPr>
        <p:txBody>
          <a:bodyPr wrap="none">
            <a:spAutoFit/>
          </a:bodyPr>
          <a:lstStyle/>
          <a:p>
            <a:pPr algn="ctr"/>
            <a:r>
              <a:rPr sz="1000" b="1" i="0">
                <a:solidFill>
                  <a:srgbClr val="1A1A1A"/>
                </a:solidFill>
                <a:latin typeface="Calibri"/>
              </a:rPr>
              <a:t>Doing</a:t>
            </a:r>
          </a:p>
        </p:txBody>
      </p:sp>
      <p:sp>
        <p:nvSpPr>
          <p:cNvPr id="31" name="Freeform 30"/>
          <p:cNvSpPr/>
          <p:nvPr/>
        </p:nvSpPr>
        <p:spPr>
          <a:xfrm>
            <a:off x="2952831" y="3945139"/>
            <a:ext cx="802102" cy="780978"/>
          </a:xfrm>
          <a:custGeom>
            <a:avLst/>
            <a:gdLst/>
            <a:ahLst/>
            <a:cxnLst/>
            <a:rect l="l" t="t" r="r" b="b"/>
            <a:pathLst>
              <a:path w="802102" h="780978">
                <a:moveTo>
                  <a:pt x="407781" y="780978"/>
                </a:moveTo>
                <a:lnTo>
                  <a:pt x="386240" y="763760"/>
                </a:lnTo>
                <a:lnTo>
                  <a:pt x="365069" y="746088"/>
                </a:lnTo>
                <a:lnTo>
                  <a:pt x="344279" y="727970"/>
                </a:lnTo>
                <a:lnTo>
                  <a:pt x="323878" y="709415"/>
                </a:lnTo>
                <a:lnTo>
                  <a:pt x="303876" y="690430"/>
                </a:lnTo>
                <a:lnTo>
                  <a:pt x="284281" y="671025"/>
                </a:lnTo>
                <a:lnTo>
                  <a:pt x="265103" y="651209"/>
                </a:lnTo>
                <a:lnTo>
                  <a:pt x="246350" y="630989"/>
                </a:lnTo>
                <a:lnTo>
                  <a:pt x="228031" y="610376"/>
                </a:lnTo>
                <a:lnTo>
                  <a:pt x="210153" y="589379"/>
                </a:lnTo>
                <a:lnTo>
                  <a:pt x="192726" y="568006"/>
                </a:lnTo>
                <a:lnTo>
                  <a:pt x="175756" y="546268"/>
                </a:lnTo>
                <a:lnTo>
                  <a:pt x="159252" y="524175"/>
                </a:lnTo>
                <a:lnTo>
                  <a:pt x="143221" y="501736"/>
                </a:lnTo>
                <a:lnTo>
                  <a:pt x="127670" y="478962"/>
                </a:lnTo>
                <a:lnTo>
                  <a:pt x="112606" y="455863"/>
                </a:lnTo>
                <a:lnTo>
                  <a:pt x="98036" y="432449"/>
                </a:lnTo>
                <a:lnTo>
                  <a:pt x="83966" y="408731"/>
                </a:lnTo>
                <a:lnTo>
                  <a:pt x="70404" y="384719"/>
                </a:lnTo>
                <a:lnTo>
                  <a:pt x="57354" y="360425"/>
                </a:lnTo>
                <a:lnTo>
                  <a:pt x="44824" y="335859"/>
                </a:lnTo>
                <a:lnTo>
                  <a:pt x="32818" y="311033"/>
                </a:lnTo>
                <a:lnTo>
                  <a:pt x="21341" y="285957"/>
                </a:lnTo>
                <a:lnTo>
                  <a:pt x="10400" y="260643"/>
                </a:lnTo>
                <a:lnTo>
                  <a:pt x="0" y="235103"/>
                </a:lnTo>
                <a:lnTo>
                  <a:pt x="595339" y="0"/>
                </a:lnTo>
                <a:lnTo>
                  <a:pt x="600613" y="12950"/>
                </a:lnTo>
                <a:lnTo>
                  <a:pt x="606160" y="25785"/>
                </a:lnTo>
                <a:lnTo>
                  <a:pt x="611979" y="38500"/>
                </a:lnTo>
                <a:lnTo>
                  <a:pt x="618067" y="51088"/>
                </a:lnTo>
                <a:lnTo>
                  <a:pt x="624420" y="63544"/>
                </a:lnTo>
                <a:lnTo>
                  <a:pt x="631037" y="75862"/>
                </a:lnTo>
                <a:lnTo>
                  <a:pt x="637914" y="88037"/>
                </a:lnTo>
                <a:lnTo>
                  <a:pt x="645048" y="100063"/>
                </a:lnTo>
                <a:lnTo>
                  <a:pt x="652435" y="111935"/>
                </a:lnTo>
                <a:lnTo>
                  <a:pt x="660073" y="123647"/>
                </a:lnTo>
                <a:lnTo>
                  <a:pt x="667958" y="135195"/>
                </a:lnTo>
                <a:lnTo>
                  <a:pt x="676087" y="146572"/>
                </a:lnTo>
                <a:lnTo>
                  <a:pt x="684455" y="157774"/>
                </a:lnTo>
                <a:lnTo>
                  <a:pt x="693059" y="168796"/>
                </a:lnTo>
                <a:lnTo>
                  <a:pt x="701896" y="179633"/>
                </a:lnTo>
                <a:lnTo>
                  <a:pt x="710961" y="190280"/>
                </a:lnTo>
                <a:lnTo>
                  <a:pt x="720249" y="200731"/>
                </a:lnTo>
                <a:lnTo>
                  <a:pt x="729758" y="210984"/>
                </a:lnTo>
                <a:lnTo>
                  <a:pt x="739482" y="221031"/>
                </a:lnTo>
                <a:lnTo>
                  <a:pt x="749417" y="230870"/>
                </a:lnTo>
                <a:lnTo>
                  <a:pt x="759559" y="240496"/>
                </a:lnTo>
                <a:lnTo>
                  <a:pt x="769903" y="249905"/>
                </a:lnTo>
                <a:lnTo>
                  <a:pt x="780445" y="259091"/>
                </a:lnTo>
                <a:lnTo>
                  <a:pt x="791179" y="268052"/>
                </a:lnTo>
                <a:lnTo>
                  <a:pt x="802102" y="276782"/>
                </a:lnTo>
                <a:close/>
              </a:path>
            </a:pathLst>
          </a:custGeom>
          <a:solidFill>
            <a:srgbClr val="BFE2F7"/>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280330" y="4285111"/>
            <a:ext cx="1080282" cy="1074853"/>
          </a:xfrm>
          <a:custGeom>
            <a:avLst/>
            <a:gdLst/>
            <a:ahLst/>
            <a:cxnLst/>
            <a:rect l="l" t="t" r="r" b="b"/>
            <a:pathLst>
              <a:path w="1080282" h="1074853">
                <a:moveTo>
                  <a:pt x="584565" y="1074853"/>
                </a:moveTo>
                <a:lnTo>
                  <a:pt x="549949" y="1047188"/>
                </a:lnTo>
                <a:lnTo>
                  <a:pt x="515924" y="1018800"/>
                </a:lnTo>
                <a:lnTo>
                  <a:pt x="482504" y="989701"/>
                </a:lnTo>
                <a:lnTo>
                  <a:pt x="449705" y="959905"/>
                </a:lnTo>
                <a:lnTo>
                  <a:pt x="417540" y="929424"/>
                </a:lnTo>
                <a:lnTo>
                  <a:pt x="386026" y="898272"/>
                </a:lnTo>
                <a:lnTo>
                  <a:pt x="355174" y="866463"/>
                </a:lnTo>
                <a:lnTo>
                  <a:pt x="325000" y="834011"/>
                </a:lnTo>
                <a:lnTo>
                  <a:pt x="295515" y="800931"/>
                </a:lnTo>
                <a:lnTo>
                  <a:pt x="266735" y="767237"/>
                </a:lnTo>
                <a:lnTo>
                  <a:pt x="238671" y="732944"/>
                </a:lnTo>
                <a:lnTo>
                  <a:pt x="211335" y="698067"/>
                </a:lnTo>
                <a:lnTo>
                  <a:pt x="184740" y="662622"/>
                </a:lnTo>
                <a:lnTo>
                  <a:pt x="158898" y="626625"/>
                </a:lnTo>
                <a:lnTo>
                  <a:pt x="133821" y="590091"/>
                </a:lnTo>
                <a:lnTo>
                  <a:pt x="109518" y="553037"/>
                </a:lnTo>
                <a:lnTo>
                  <a:pt x="86002" y="515479"/>
                </a:lnTo>
                <a:lnTo>
                  <a:pt x="63282" y="477434"/>
                </a:lnTo>
                <a:lnTo>
                  <a:pt x="41368" y="438919"/>
                </a:lnTo>
                <a:lnTo>
                  <a:pt x="20271" y="399951"/>
                </a:lnTo>
                <a:lnTo>
                  <a:pt x="0" y="360547"/>
                </a:lnTo>
                <a:lnTo>
                  <a:pt x="719377" y="0"/>
                </a:lnTo>
                <a:lnTo>
                  <a:pt x="731892" y="24328"/>
                </a:lnTo>
                <a:lnTo>
                  <a:pt x="744917" y="48386"/>
                </a:lnTo>
                <a:lnTo>
                  <a:pt x="758446" y="72165"/>
                </a:lnTo>
                <a:lnTo>
                  <a:pt x="772473" y="95654"/>
                </a:lnTo>
                <a:lnTo>
                  <a:pt x="786992" y="118842"/>
                </a:lnTo>
                <a:lnTo>
                  <a:pt x="801997" y="141719"/>
                </a:lnTo>
                <a:lnTo>
                  <a:pt x="817479" y="164274"/>
                </a:lnTo>
                <a:lnTo>
                  <a:pt x="833434" y="186499"/>
                </a:lnTo>
                <a:lnTo>
                  <a:pt x="849853" y="208382"/>
                </a:lnTo>
                <a:lnTo>
                  <a:pt x="866730" y="229915"/>
                </a:lnTo>
                <a:lnTo>
                  <a:pt x="884057" y="251087"/>
                </a:lnTo>
                <a:lnTo>
                  <a:pt x="901826" y="271889"/>
                </a:lnTo>
                <a:lnTo>
                  <a:pt x="920029" y="292313"/>
                </a:lnTo>
                <a:lnTo>
                  <a:pt x="938658" y="312348"/>
                </a:lnTo>
                <a:lnTo>
                  <a:pt x="957706" y="331987"/>
                </a:lnTo>
                <a:lnTo>
                  <a:pt x="977163" y="351220"/>
                </a:lnTo>
                <a:lnTo>
                  <a:pt x="997021" y="370038"/>
                </a:lnTo>
                <a:lnTo>
                  <a:pt x="1017271" y="388434"/>
                </a:lnTo>
                <a:lnTo>
                  <a:pt x="1037904" y="406400"/>
                </a:lnTo>
                <a:lnTo>
                  <a:pt x="1058911" y="423926"/>
                </a:lnTo>
                <a:lnTo>
                  <a:pt x="1080282" y="441006"/>
                </a:lnTo>
                <a:close/>
              </a:path>
            </a:pathLst>
          </a:custGeom>
          <a:solidFill>
            <a:srgbClr val="DBEFFA"/>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204404" y="4180242"/>
            <a:ext cx="795303" cy="465416"/>
          </a:xfrm>
          <a:custGeom>
            <a:avLst/>
            <a:gdLst/>
            <a:ahLst/>
            <a:cxnLst/>
            <a:rect l="l" t="t" r="r" b="b"/>
            <a:pathLst>
              <a:path w="795303" h="465416">
                <a:moveTo>
                  <a:pt x="75926" y="465416"/>
                </a:moveTo>
                <a:lnTo>
                  <a:pt x="65617" y="444560"/>
                </a:lnTo>
                <a:lnTo>
                  <a:pt x="55540" y="423591"/>
                </a:lnTo>
                <a:lnTo>
                  <a:pt x="45695" y="402513"/>
                </a:lnTo>
                <a:lnTo>
                  <a:pt x="36084" y="381326"/>
                </a:lnTo>
                <a:lnTo>
                  <a:pt x="26707" y="360035"/>
                </a:lnTo>
                <a:lnTo>
                  <a:pt x="17567" y="338641"/>
                </a:lnTo>
                <a:lnTo>
                  <a:pt x="8664" y="317148"/>
                </a:lnTo>
                <a:lnTo>
                  <a:pt x="0" y="295557"/>
                </a:lnTo>
                <a:lnTo>
                  <a:pt x="748427" y="0"/>
                </a:lnTo>
                <a:lnTo>
                  <a:pt x="753776" y="13329"/>
                </a:lnTo>
                <a:lnTo>
                  <a:pt x="759273" y="26599"/>
                </a:lnTo>
                <a:lnTo>
                  <a:pt x="764916" y="39808"/>
                </a:lnTo>
                <a:lnTo>
                  <a:pt x="770704" y="52953"/>
                </a:lnTo>
                <a:lnTo>
                  <a:pt x="776638" y="66033"/>
                </a:lnTo>
                <a:lnTo>
                  <a:pt x="782717" y="79047"/>
                </a:lnTo>
                <a:lnTo>
                  <a:pt x="788938" y="91993"/>
                </a:lnTo>
                <a:lnTo>
                  <a:pt x="795303" y="104869"/>
                </a:lnTo>
                <a:close/>
              </a:path>
            </a:pathLst>
          </a:custGeom>
          <a:solidFill>
            <a:srgbClr val="DBEFFA"/>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H="1">
            <a:off x="2864895" y="4221921"/>
            <a:ext cx="890038" cy="1138043"/>
          </a:xfrm>
          <a:prstGeom prst="line">
            <a:avLst/>
          </a:prstGeom>
          <a:ln w="20320">
            <a:solidFill>
              <a:srgbClr val="56B4E9"/>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828034" y="4169998"/>
            <a:ext cx="1097280" cy="256032"/>
          </a:xfrm>
          <a:prstGeom prst="rect">
            <a:avLst/>
          </a:prstGeom>
          <a:noFill/>
        </p:spPr>
        <p:txBody>
          <a:bodyPr wrap="none">
            <a:spAutoFit/>
          </a:bodyPr>
          <a:lstStyle/>
          <a:p>
            <a:pPr algn="ctr"/>
            <a:r>
              <a:rPr sz="1000" b="1" i="0">
                <a:solidFill>
                  <a:srgbClr val="1A1A1A"/>
                </a:solidFill>
                <a:latin typeface="Calibri"/>
              </a:rPr>
              <a:t>Outcome</a:t>
            </a:r>
          </a:p>
        </p:txBody>
      </p:sp>
      <p:sp>
        <p:nvSpPr>
          <p:cNvPr id="36" name="Freeform 35"/>
          <p:cNvSpPr/>
          <p:nvPr/>
        </p:nvSpPr>
        <p:spPr>
          <a:xfrm>
            <a:off x="2862096" y="3503035"/>
            <a:ext cx="686074" cy="677207"/>
          </a:xfrm>
          <a:custGeom>
            <a:avLst/>
            <a:gdLst/>
            <a:ahLst/>
            <a:cxnLst/>
            <a:rect l="l" t="t" r="r" b="b"/>
            <a:pathLst>
              <a:path w="686074" h="677207">
                <a:moveTo>
                  <a:pt x="90735" y="677207"/>
                </a:moveTo>
                <a:lnTo>
                  <a:pt x="80878" y="651451"/>
                </a:lnTo>
                <a:lnTo>
                  <a:pt x="71571" y="625492"/>
                </a:lnTo>
                <a:lnTo>
                  <a:pt x="62818" y="599341"/>
                </a:lnTo>
                <a:lnTo>
                  <a:pt x="54622" y="573010"/>
                </a:lnTo>
                <a:lnTo>
                  <a:pt x="46986" y="546511"/>
                </a:lnTo>
                <a:lnTo>
                  <a:pt x="39916" y="519855"/>
                </a:lnTo>
                <a:lnTo>
                  <a:pt x="33413" y="493056"/>
                </a:lnTo>
                <a:lnTo>
                  <a:pt x="27480" y="466124"/>
                </a:lnTo>
                <a:lnTo>
                  <a:pt x="22121" y="439073"/>
                </a:lnTo>
                <a:lnTo>
                  <a:pt x="17338" y="411914"/>
                </a:lnTo>
                <a:lnTo>
                  <a:pt x="13132" y="384659"/>
                </a:lnTo>
                <a:lnTo>
                  <a:pt x="9507" y="357322"/>
                </a:lnTo>
                <a:lnTo>
                  <a:pt x="6462" y="329913"/>
                </a:lnTo>
                <a:lnTo>
                  <a:pt x="4001" y="302446"/>
                </a:lnTo>
                <a:lnTo>
                  <a:pt x="2123" y="274933"/>
                </a:lnTo>
                <a:lnTo>
                  <a:pt x="830" y="247386"/>
                </a:lnTo>
                <a:lnTo>
                  <a:pt x="122" y="219818"/>
                </a:lnTo>
                <a:lnTo>
                  <a:pt x="0" y="192241"/>
                </a:lnTo>
                <a:lnTo>
                  <a:pt x="464" y="164668"/>
                </a:lnTo>
                <a:lnTo>
                  <a:pt x="1513" y="137111"/>
                </a:lnTo>
                <a:lnTo>
                  <a:pt x="3147" y="109582"/>
                </a:lnTo>
                <a:lnTo>
                  <a:pt x="5366" y="82094"/>
                </a:lnTo>
                <a:lnTo>
                  <a:pt x="8167" y="54660"/>
                </a:lnTo>
                <a:lnTo>
                  <a:pt x="11551" y="27291"/>
                </a:lnTo>
                <a:lnTo>
                  <a:pt x="15515" y="0"/>
                </a:lnTo>
                <a:lnTo>
                  <a:pt x="647935" y="98732"/>
                </a:lnTo>
                <a:lnTo>
                  <a:pt x="645925" y="112569"/>
                </a:lnTo>
                <a:lnTo>
                  <a:pt x="644209" y="126447"/>
                </a:lnTo>
                <a:lnTo>
                  <a:pt x="642789" y="140357"/>
                </a:lnTo>
                <a:lnTo>
                  <a:pt x="641664" y="154294"/>
                </a:lnTo>
                <a:lnTo>
                  <a:pt x="640835" y="168253"/>
                </a:lnTo>
                <a:lnTo>
                  <a:pt x="640303" y="182225"/>
                </a:lnTo>
                <a:lnTo>
                  <a:pt x="640068" y="196206"/>
                </a:lnTo>
                <a:lnTo>
                  <a:pt x="640130" y="210189"/>
                </a:lnTo>
                <a:lnTo>
                  <a:pt x="640489" y="224167"/>
                </a:lnTo>
                <a:lnTo>
                  <a:pt x="641144" y="238134"/>
                </a:lnTo>
                <a:lnTo>
                  <a:pt x="642096" y="252085"/>
                </a:lnTo>
                <a:lnTo>
                  <a:pt x="643345" y="266012"/>
                </a:lnTo>
                <a:lnTo>
                  <a:pt x="644888" y="279909"/>
                </a:lnTo>
                <a:lnTo>
                  <a:pt x="646727" y="293770"/>
                </a:lnTo>
                <a:lnTo>
                  <a:pt x="648859" y="307590"/>
                </a:lnTo>
                <a:lnTo>
                  <a:pt x="651284" y="321360"/>
                </a:lnTo>
                <a:lnTo>
                  <a:pt x="654002" y="335077"/>
                </a:lnTo>
                <a:lnTo>
                  <a:pt x="657010" y="348732"/>
                </a:lnTo>
                <a:lnTo>
                  <a:pt x="660307" y="362320"/>
                </a:lnTo>
                <a:lnTo>
                  <a:pt x="663892" y="375836"/>
                </a:lnTo>
                <a:lnTo>
                  <a:pt x="667763" y="389272"/>
                </a:lnTo>
                <a:lnTo>
                  <a:pt x="671919" y="402623"/>
                </a:lnTo>
                <a:lnTo>
                  <a:pt x="676358" y="415883"/>
                </a:lnTo>
                <a:lnTo>
                  <a:pt x="681077" y="429045"/>
                </a:lnTo>
                <a:lnTo>
                  <a:pt x="686074" y="442104"/>
                </a:lnTo>
                <a:close/>
              </a:path>
            </a:pathLst>
          </a:custGeom>
          <a:solidFill>
            <a:srgbClr val="E2C1C9"/>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057410" y="3563834"/>
            <a:ext cx="895421" cy="911965"/>
          </a:xfrm>
          <a:custGeom>
            <a:avLst/>
            <a:gdLst/>
            <a:ahLst/>
            <a:cxnLst/>
            <a:rect l="l" t="t" r="r" b="b"/>
            <a:pathLst>
              <a:path w="895421" h="911965">
                <a:moveTo>
                  <a:pt x="146994" y="911965"/>
                </a:moveTo>
                <a:lnTo>
                  <a:pt x="131153" y="870580"/>
                </a:lnTo>
                <a:lnTo>
                  <a:pt x="116187" y="828871"/>
                </a:lnTo>
                <a:lnTo>
                  <a:pt x="102104" y="786856"/>
                </a:lnTo>
                <a:lnTo>
                  <a:pt x="88908" y="744554"/>
                </a:lnTo>
                <a:lnTo>
                  <a:pt x="76607" y="701982"/>
                </a:lnTo>
                <a:lnTo>
                  <a:pt x="65206" y="659162"/>
                </a:lnTo>
                <a:lnTo>
                  <a:pt x="54709" y="616110"/>
                </a:lnTo>
                <a:lnTo>
                  <a:pt x="45122" y="572847"/>
                </a:lnTo>
                <a:lnTo>
                  <a:pt x="36449" y="529391"/>
                </a:lnTo>
                <a:lnTo>
                  <a:pt x="28693" y="485763"/>
                </a:lnTo>
                <a:lnTo>
                  <a:pt x="21857" y="441980"/>
                </a:lnTo>
                <a:lnTo>
                  <a:pt x="15946" y="398064"/>
                </a:lnTo>
                <a:lnTo>
                  <a:pt x="10961" y="354032"/>
                </a:lnTo>
                <a:lnTo>
                  <a:pt x="6906" y="309906"/>
                </a:lnTo>
                <a:lnTo>
                  <a:pt x="3780" y="265703"/>
                </a:lnTo>
                <a:lnTo>
                  <a:pt x="1587" y="221445"/>
                </a:lnTo>
                <a:lnTo>
                  <a:pt x="327" y="177150"/>
                </a:lnTo>
                <a:lnTo>
                  <a:pt x="0" y="132838"/>
                </a:lnTo>
                <a:lnTo>
                  <a:pt x="607" y="88530"/>
                </a:lnTo>
                <a:lnTo>
                  <a:pt x="2147" y="44244"/>
                </a:lnTo>
                <a:lnTo>
                  <a:pt x="4620" y="0"/>
                </a:lnTo>
                <a:lnTo>
                  <a:pt x="807520" y="53369"/>
                </a:lnTo>
                <a:lnTo>
                  <a:pt x="805994" y="80684"/>
                </a:lnTo>
                <a:lnTo>
                  <a:pt x="805043" y="108026"/>
                </a:lnTo>
                <a:lnTo>
                  <a:pt x="804668" y="135382"/>
                </a:lnTo>
                <a:lnTo>
                  <a:pt x="804870" y="162739"/>
                </a:lnTo>
                <a:lnTo>
                  <a:pt x="805648" y="190086"/>
                </a:lnTo>
                <a:lnTo>
                  <a:pt x="807002" y="217411"/>
                </a:lnTo>
                <a:lnTo>
                  <a:pt x="808931" y="244701"/>
                </a:lnTo>
                <a:lnTo>
                  <a:pt x="811435" y="271945"/>
                </a:lnTo>
                <a:lnTo>
                  <a:pt x="814513" y="299129"/>
                </a:lnTo>
                <a:lnTo>
                  <a:pt x="818163" y="326243"/>
                </a:lnTo>
                <a:lnTo>
                  <a:pt x="822382" y="353274"/>
                </a:lnTo>
                <a:lnTo>
                  <a:pt x="827171" y="380210"/>
                </a:lnTo>
                <a:lnTo>
                  <a:pt x="832526" y="407039"/>
                </a:lnTo>
                <a:lnTo>
                  <a:pt x="838445" y="433749"/>
                </a:lnTo>
                <a:lnTo>
                  <a:pt x="844926" y="460329"/>
                </a:lnTo>
                <a:lnTo>
                  <a:pt x="851965" y="486766"/>
                </a:lnTo>
                <a:lnTo>
                  <a:pt x="859559" y="513049"/>
                </a:lnTo>
                <a:lnTo>
                  <a:pt x="867706" y="539166"/>
                </a:lnTo>
                <a:lnTo>
                  <a:pt x="876401" y="565106"/>
                </a:lnTo>
                <a:lnTo>
                  <a:pt x="885640" y="590857"/>
                </a:lnTo>
                <a:lnTo>
                  <a:pt x="895421" y="616408"/>
                </a:lnTo>
                <a:close/>
              </a:path>
            </a:pathLst>
          </a:custGeom>
          <a:solidFill>
            <a:srgbClr val="EFDC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062030" y="3378915"/>
            <a:ext cx="815581" cy="238288"/>
          </a:xfrm>
          <a:custGeom>
            <a:avLst/>
            <a:gdLst/>
            <a:ahLst/>
            <a:cxnLst/>
            <a:rect l="l" t="t" r="r" b="b"/>
            <a:pathLst>
              <a:path w="815581" h="238288">
                <a:moveTo>
                  <a:pt x="0" y="184919"/>
                </a:moveTo>
                <a:lnTo>
                  <a:pt x="1671" y="161715"/>
                </a:lnTo>
                <a:lnTo>
                  <a:pt x="3599" y="138531"/>
                </a:lnTo>
                <a:lnTo>
                  <a:pt x="5784" y="115369"/>
                </a:lnTo>
                <a:lnTo>
                  <a:pt x="8224" y="92233"/>
                </a:lnTo>
                <a:lnTo>
                  <a:pt x="10920" y="69125"/>
                </a:lnTo>
                <a:lnTo>
                  <a:pt x="13872" y="46048"/>
                </a:lnTo>
                <a:lnTo>
                  <a:pt x="17078" y="23006"/>
                </a:lnTo>
                <a:lnTo>
                  <a:pt x="20540" y="0"/>
                </a:lnTo>
                <a:lnTo>
                  <a:pt x="815581" y="124120"/>
                </a:lnTo>
                <a:lnTo>
                  <a:pt x="813444" y="138324"/>
                </a:lnTo>
                <a:lnTo>
                  <a:pt x="811465" y="152550"/>
                </a:lnTo>
                <a:lnTo>
                  <a:pt x="809642" y="166797"/>
                </a:lnTo>
                <a:lnTo>
                  <a:pt x="807978" y="181064"/>
                </a:lnTo>
                <a:lnTo>
                  <a:pt x="806471" y="195348"/>
                </a:lnTo>
                <a:lnTo>
                  <a:pt x="805123" y="209648"/>
                </a:lnTo>
                <a:lnTo>
                  <a:pt x="803932" y="223961"/>
                </a:lnTo>
                <a:lnTo>
                  <a:pt x="802900" y="238288"/>
                </a:lnTo>
                <a:close/>
              </a:path>
            </a:pathLst>
          </a:custGeom>
          <a:solidFill>
            <a:srgbClr val="EFDC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flipH="1">
            <a:off x="2204404" y="3945139"/>
            <a:ext cx="1343766" cy="530660"/>
          </a:xfrm>
          <a:prstGeom prst="line">
            <a:avLst/>
          </a:prstGeom>
          <a:ln w="20320">
            <a:solidFill>
              <a:srgbClr val="96203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639452" y="3692458"/>
            <a:ext cx="1097280" cy="256032"/>
          </a:xfrm>
          <a:prstGeom prst="rect">
            <a:avLst/>
          </a:prstGeom>
          <a:noFill/>
        </p:spPr>
        <p:txBody>
          <a:bodyPr wrap="none">
            <a:spAutoFit/>
          </a:bodyPr>
          <a:lstStyle/>
          <a:p>
            <a:pPr algn="ctr"/>
            <a:r>
              <a:rPr sz="1000" b="1" i="0">
                <a:solidFill>
                  <a:srgbClr val="1A1A1A"/>
                </a:solidFill>
                <a:latin typeface="Calibri"/>
              </a:rPr>
              <a:t>Issue</a:t>
            </a:r>
          </a:p>
        </p:txBody>
      </p:sp>
      <p:sp>
        <p:nvSpPr>
          <p:cNvPr id="41" name="Freeform 40"/>
          <p:cNvSpPr/>
          <p:nvPr/>
        </p:nvSpPr>
        <p:spPr>
          <a:xfrm>
            <a:off x="2877611" y="3280284"/>
            <a:ext cx="660462" cy="321483"/>
          </a:xfrm>
          <a:custGeom>
            <a:avLst/>
            <a:gdLst/>
            <a:ahLst/>
            <a:cxnLst/>
            <a:rect l="l" t="t" r="r" b="b"/>
            <a:pathLst>
              <a:path w="660462" h="321483">
                <a:moveTo>
                  <a:pt x="0" y="222751"/>
                </a:moveTo>
                <a:lnTo>
                  <a:pt x="4745" y="194420"/>
                </a:lnTo>
                <a:lnTo>
                  <a:pt x="10115" y="166200"/>
                </a:lnTo>
                <a:lnTo>
                  <a:pt x="16108" y="138106"/>
                </a:lnTo>
                <a:lnTo>
                  <a:pt x="22722" y="110151"/>
                </a:lnTo>
                <a:lnTo>
                  <a:pt x="29952" y="82350"/>
                </a:lnTo>
                <a:lnTo>
                  <a:pt x="37795" y="54715"/>
                </a:lnTo>
                <a:lnTo>
                  <a:pt x="46248" y="27261"/>
                </a:lnTo>
                <a:lnTo>
                  <a:pt x="55306" y="0"/>
                </a:lnTo>
                <a:lnTo>
                  <a:pt x="660462" y="208539"/>
                </a:lnTo>
                <a:lnTo>
                  <a:pt x="655869" y="222361"/>
                </a:lnTo>
                <a:lnTo>
                  <a:pt x="651583" y="236282"/>
                </a:lnTo>
                <a:lnTo>
                  <a:pt x="647606" y="250294"/>
                </a:lnTo>
                <a:lnTo>
                  <a:pt x="643941" y="264390"/>
                </a:lnTo>
                <a:lnTo>
                  <a:pt x="640587" y="278564"/>
                </a:lnTo>
                <a:lnTo>
                  <a:pt x="637549" y="292809"/>
                </a:lnTo>
                <a:lnTo>
                  <a:pt x="634826" y="307118"/>
                </a:lnTo>
                <a:lnTo>
                  <a:pt x="632420" y="321483"/>
                </a:lnTo>
                <a:close/>
              </a:path>
            </a:pathLst>
          </a:custGeom>
          <a:solidFill>
            <a:srgbClr val="ECCCDE"/>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082570" y="3196536"/>
            <a:ext cx="817763" cy="306499"/>
          </a:xfrm>
          <a:custGeom>
            <a:avLst/>
            <a:gdLst/>
            <a:ahLst/>
            <a:cxnLst/>
            <a:rect l="l" t="t" r="r" b="b"/>
            <a:pathLst>
              <a:path w="817763" h="306499">
                <a:moveTo>
                  <a:pt x="0" y="182379"/>
                </a:moveTo>
                <a:lnTo>
                  <a:pt x="3715" y="159414"/>
                </a:lnTo>
                <a:lnTo>
                  <a:pt x="7685" y="136490"/>
                </a:lnTo>
                <a:lnTo>
                  <a:pt x="11907" y="113612"/>
                </a:lnTo>
                <a:lnTo>
                  <a:pt x="16383" y="90782"/>
                </a:lnTo>
                <a:lnTo>
                  <a:pt x="21111" y="68003"/>
                </a:lnTo>
                <a:lnTo>
                  <a:pt x="26090" y="45278"/>
                </a:lnTo>
                <a:lnTo>
                  <a:pt x="31321" y="22609"/>
                </a:lnTo>
                <a:lnTo>
                  <a:pt x="36802" y="0"/>
                </a:lnTo>
                <a:lnTo>
                  <a:pt x="817763" y="193899"/>
                </a:lnTo>
                <a:lnTo>
                  <a:pt x="814379" y="207858"/>
                </a:lnTo>
                <a:lnTo>
                  <a:pt x="811149" y="221854"/>
                </a:lnTo>
                <a:lnTo>
                  <a:pt x="808075" y="235884"/>
                </a:lnTo>
                <a:lnTo>
                  <a:pt x="805156" y="249948"/>
                </a:lnTo>
                <a:lnTo>
                  <a:pt x="802393" y="264043"/>
                </a:lnTo>
                <a:lnTo>
                  <a:pt x="799786" y="278168"/>
                </a:lnTo>
                <a:lnTo>
                  <a:pt x="797335" y="292320"/>
                </a:lnTo>
                <a:lnTo>
                  <a:pt x="795041" y="306499"/>
                </a:lnTo>
                <a:close/>
              </a:path>
            </a:pathLst>
          </a:custGeom>
          <a:solidFill>
            <a:srgbClr val="F4E2EC"/>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119372" y="3018122"/>
            <a:ext cx="813545" cy="372313"/>
          </a:xfrm>
          <a:custGeom>
            <a:avLst/>
            <a:gdLst/>
            <a:ahLst/>
            <a:cxnLst/>
            <a:rect l="l" t="t" r="r" b="b"/>
            <a:pathLst>
              <a:path w="813545" h="372313">
                <a:moveTo>
                  <a:pt x="0" y="178414"/>
                </a:moveTo>
                <a:lnTo>
                  <a:pt x="5731" y="155866"/>
                </a:lnTo>
                <a:lnTo>
                  <a:pt x="11710" y="133383"/>
                </a:lnTo>
                <a:lnTo>
                  <a:pt x="17939" y="110968"/>
                </a:lnTo>
                <a:lnTo>
                  <a:pt x="24414" y="88623"/>
                </a:lnTo>
                <a:lnTo>
                  <a:pt x="31137" y="66351"/>
                </a:lnTo>
                <a:lnTo>
                  <a:pt x="38105" y="44154"/>
                </a:lnTo>
                <a:lnTo>
                  <a:pt x="45319" y="22037"/>
                </a:lnTo>
                <a:lnTo>
                  <a:pt x="52777" y="0"/>
                </a:lnTo>
                <a:lnTo>
                  <a:pt x="813545" y="262162"/>
                </a:lnTo>
                <a:lnTo>
                  <a:pt x="808940" y="275768"/>
                </a:lnTo>
                <a:lnTo>
                  <a:pt x="804487" y="289423"/>
                </a:lnTo>
                <a:lnTo>
                  <a:pt x="800184" y="303127"/>
                </a:lnTo>
                <a:lnTo>
                  <a:pt x="796034" y="316877"/>
                </a:lnTo>
                <a:lnTo>
                  <a:pt x="792036" y="330673"/>
                </a:lnTo>
                <a:lnTo>
                  <a:pt x="788191" y="344512"/>
                </a:lnTo>
                <a:lnTo>
                  <a:pt x="784499" y="358393"/>
                </a:lnTo>
                <a:lnTo>
                  <a:pt x="780961" y="372313"/>
                </a:lnTo>
                <a:close/>
              </a:path>
            </a:pathLst>
          </a:custGeom>
          <a:solidFill>
            <a:srgbClr val="F4E2EC"/>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flipH="1" flipV="1">
            <a:off x="2082570" y="3378915"/>
            <a:ext cx="1427461" cy="222852"/>
          </a:xfrm>
          <a:prstGeom prst="line">
            <a:avLst/>
          </a:prstGeom>
          <a:ln w="20320">
            <a:solidFill>
              <a:srgbClr val="CC79A7"/>
            </a:solidFill>
          </a:ln>
        </p:spPr>
        <p:style>
          <a:lnRef idx="2">
            <a:schemeClr val="accent1"/>
          </a:lnRef>
          <a:fillRef idx="0">
            <a:schemeClr val="accent1"/>
          </a:fillRef>
          <a:effectRef idx="1">
            <a:schemeClr val="accent1"/>
          </a:effectRef>
          <a:fontRef idx="minor">
            <a:schemeClr val="tx1"/>
          </a:fontRef>
        </p:style>
      </p:cxnSp>
      <p:sp>
        <p:nvSpPr>
          <p:cNvPr id="45" name="Freeform 44"/>
          <p:cNvSpPr/>
          <p:nvPr/>
        </p:nvSpPr>
        <p:spPr>
          <a:xfrm>
            <a:off x="2932917" y="2404872"/>
            <a:ext cx="1227602" cy="1083951"/>
          </a:xfrm>
          <a:custGeom>
            <a:avLst/>
            <a:gdLst/>
            <a:ahLst/>
            <a:cxnLst/>
            <a:rect l="l" t="t" r="r" b="b"/>
            <a:pathLst>
              <a:path w="1227602" h="1083951">
                <a:moveTo>
                  <a:pt x="0" y="875412"/>
                </a:moveTo>
                <a:lnTo>
                  <a:pt x="9153" y="849729"/>
                </a:lnTo>
                <a:lnTo>
                  <a:pt x="18844" y="824244"/>
                </a:lnTo>
                <a:lnTo>
                  <a:pt x="29067" y="798968"/>
                </a:lnTo>
                <a:lnTo>
                  <a:pt x="39819" y="773912"/>
                </a:lnTo>
                <a:lnTo>
                  <a:pt x="51095" y="749087"/>
                </a:lnTo>
                <a:lnTo>
                  <a:pt x="62889" y="724504"/>
                </a:lnTo>
                <a:lnTo>
                  <a:pt x="75198" y="700175"/>
                </a:lnTo>
                <a:lnTo>
                  <a:pt x="88014" y="676109"/>
                </a:lnTo>
                <a:lnTo>
                  <a:pt x="101333" y="652318"/>
                </a:lnTo>
                <a:lnTo>
                  <a:pt x="115148" y="628812"/>
                </a:lnTo>
                <a:lnTo>
                  <a:pt x="129454" y="605601"/>
                </a:lnTo>
                <a:lnTo>
                  <a:pt x="144244" y="582695"/>
                </a:lnTo>
                <a:lnTo>
                  <a:pt x="159512" y="560105"/>
                </a:lnTo>
                <a:lnTo>
                  <a:pt x="175250" y="537841"/>
                </a:lnTo>
                <a:lnTo>
                  <a:pt x="191453" y="515912"/>
                </a:lnTo>
                <a:lnTo>
                  <a:pt x="208113" y="494328"/>
                </a:lnTo>
                <a:lnTo>
                  <a:pt x="225222" y="473099"/>
                </a:lnTo>
                <a:lnTo>
                  <a:pt x="242773" y="452233"/>
                </a:lnTo>
                <a:lnTo>
                  <a:pt x="260759" y="431741"/>
                </a:lnTo>
                <a:lnTo>
                  <a:pt x="279170" y="411631"/>
                </a:lnTo>
                <a:lnTo>
                  <a:pt x="298000" y="391912"/>
                </a:lnTo>
                <a:lnTo>
                  <a:pt x="317240" y="372592"/>
                </a:lnTo>
                <a:lnTo>
                  <a:pt x="336881" y="353681"/>
                </a:lnTo>
                <a:lnTo>
                  <a:pt x="356915" y="335187"/>
                </a:lnTo>
                <a:lnTo>
                  <a:pt x="377333" y="317117"/>
                </a:lnTo>
                <a:lnTo>
                  <a:pt x="398126" y="299480"/>
                </a:lnTo>
                <a:lnTo>
                  <a:pt x="419285" y="282283"/>
                </a:lnTo>
                <a:lnTo>
                  <a:pt x="440800" y="265535"/>
                </a:lnTo>
                <a:lnTo>
                  <a:pt x="462662" y="249242"/>
                </a:lnTo>
                <a:lnTo>
                  <a:pt x="484861" y="233411"/>
                </a:lnTo>
                <a:lnTo>
                  <a:pt x="507388" y="218050"/>
                </a:lnTo>
                <a:lnTo>
                  <a:pt x="530232" y="203166"/>
                </a:lnTo>
                <a:lnTo>
                  <a:pt x="553384" y="188764"/>
                </a:lnTo>
                <a:lnTo>
                  <a:pt x="576833" y="174852"/>
                </a:lnTo>
                <a:lnTo>
                  <a:pt x="600569" y="161435"/>
                </a:lnTo>
                <a:lnTo>
                  <a:pt x="624582" y="148520"/>
                </a:lnTo>
                <a:lnTo>
                  <a:pt x="648860" y="136112"/>
                </a:lnTo>
                <a:lnTo>
                  <a:pt x="673394" y="124216"/>
                </a:lnTo>
                <a:lnTo>
                  <a:pt x="698172" y="112838"/>
                </a:lnTo>
                <a:lnTo>
                  <a:pt x="723183" y="101983"/>
                </a:lnTo>
                <a:lnTo>
                  <a:pt x="748417" y="91655"/>
                </a:lnTo>
                <a:lnTo>
                  <a:pt x="773862" y="81859"/>
                </a:lnTo>
                <a:lnTo>
                  <a:pt x="799507" y="72600"/>
                </a:lnTo>
                <a:lnTo>
                  <a:pt x="825341" y="63881"/>
                </a:lnTo>
                <a:lnTo>
                  <a:pt x="851353" y="55707"/>
                </a:lnTo>
                <a:lnTo>
                  <a:pt x="877530" y="48081"/>
                </a:lnTo>
                <a:lnTo>
                  <a:pt x="903862" y="41006"/>
                </a:lnTo>
                <a:lnTo>
                  <a:pt x="930336" y="34486"/>
                </a:lnTo>
                <a:lnTo>
                  <a:pt x="956942" y="28522"/>
                </a:lnTo>
                <a:lnTo>
                  <a:pt x="983666" y="23119"/>
                </a:lnTo>
                <a:lnTo>
                  <a:pt x="1010499" y="18278"/>
                </a:lnTo>
                <a:lnTo>
                  <a:pt x="1037427" y="14002"/>
                </a:lnTo>
                <a:lnTo>
                  <a:pt x="1064439" y="10292"/>
                </a:lnTo>
                <a:lnTo>
                  <a:pt x="1091523" y="7150"/>
                </a:lnTo>
                <a:lnTo>
                  <a:pt x="1118667" y="4577"/>
                </a:lnTo>
                <a:lnTo>
                  <a:pt x="1145858" y="2575"/>
                </a:lnTo>
                <a:lnTo>
                  <a:pt x="1173086" y="1144"/>
                </a:lnTo>
                <a:lnTo>
                  <a:pt x="1200338" y="286"/>
                </a:lnTo>
                <a:lnTo>
                  <a:pt x="1227602" y="0"/>
                </a:lnTo>
                <a:lnTo>
                  <a:pt x="1227602" y="640080"/>
                </a:lnTo>
                <a:lnTo>
                  <a:pt x="1213778" y="640225"/>
                </a:lnTo>
                <a:lnTo>
                  <a:pt x="1199961" y="640660"/>
                </a:lnTo>
                <a:lnTo>
                  <a:pt x="1186155" y="641385"/>
                </a:lnTo>
                <a:lnTo>
                  <a:pt x="1172367" y="642401"/>
                </a:lnTo>
                <a:lnTo>
                  <a:pt x="1158604" y="643705"/>
                </a:lnTo>
                <a:lnTo>
                  <a:pt x="1144872" y="645298"/>
                </a:lnTo>
                <a:lnTo>
                  <a:pt x="1131175" y="647179"/>
                </a:lnTo>
                <a:lnTo>
                  <a:pt x="1117522" y="649348"/>
                </a:lnTo>
                <a:lnTo>
                  <a:pt x="1103917" y="651802"/>
                </a:lnTo>
                <a:lnTo>
                  <a:pt x="1090366" y="654542"/>
                </a:lnTo>
                <a:lnTo>
                  <a:pt x="1076876" y="657565"/>
                </a:lnTo>
                <a:lnTo>
                  <a:pt x="1063452" y="660872"/>
                </a:lnTo>
                <a:lnTo>
                  <a:pt x="1050101" y="664459"/>
                </a:lnTo>
                <a:lnTo>
                  <a:pt x="1036828" y="668326"/>
                </a:lnTo>
                <a:lnTo>
                  <a:pt x="1023639" y="672470"/>
                </a:lnTo>
                <a:lnTo>
                  <a:pt x="1010540" y="676891"/>
                </a:lnTo>
                <a:lnTo>
                  <a:pt x="997537" y="681586"/>
                </a:lnTo>
                <a:lnTo>
                  <a:pt x="984635" y="686553"/>
                </a:lnTo>
                <a:lnTo>
                  <a:pt x="971841" y="691789"/>
                </a:lnTo>
                <a:lnTo>
                  <a:pt x="959159" y="697293"/>
                </a:lnTo>
                <a:lnTo>
                  <a:pt x="946595" y="703062"/>
                </a:lnTo>
                <a:lnTo>
                  <a:pt x="934156" y="709094"/>
                </a:lnTo>
                <a:lnTo>
                  <a:pt x="921845" y="715386"/>
                </a:lnTo>
                <a:lnTo>
                  <a:pt x="909670" y="721934"/>
                </a:lnTo>
                <a:lnTo>
                  <a:pt x="897635" y="728737"/>
                </a:lnTo>
                <a:lnTo>
                  <a:pt x="885745" y="735791"/>
                </a:lnTo>
                <a:lnTo>
                  <a:pt x="874006" y="743093"/>
                </a:lnTo>
                <a:lnTo>
                  <a:pt x="862423" y="750641"/>
                </a:lnTo>
                <a:lnTo>
                  <a:pt x="851001" y="758429"/>
                </a:lnTo>
                <a:lnTo>
                  <a:pt x="839745" y="766456"/>
                </a:lnTo>
                <a:lnTo>
                  <a:pt x="828660" y="774717"/>
                </a:lnTo>
                <a:lnTo>
                  <a:pt x="817751" y="783209"/>
                </a:lnTo>
                <a:lnTo>
                  <a:pt x="807023" y="791929"/>
                </a:lnTo>
                <a:lnTo>
                  <a:pt x="796480" y="800871"/>
                </a:lnTo>
                <a:lnTo>
                  <a:pt x="786127" y="810034"/>
                </a:lnTo>
                <a:lnTo>
                  <a:pt x="775969" y="819411"/>
                </a:lnTo>
                <a:lnTo>
                  <a:pt x="766010" y="829000"/>
                </a:lnTo>
                <a:lnTo>
                  <a:pt x="756255" y="838796"/>
                </a:lnTo>
                <a:lnTo>
                  <a:pt x="746707" y="848794"/>
                </a:lnTo>
                <a:lnTo>
                  <a:pt x="737372" y="858991"/>
                </a:lnTo>
                <a:lnTo>
                  <a:pt x="728252" y="869381"/>
                </a:lnTo>
                <a:lnTo>
                  <a:pt x="719353" y="879961"/>
                </a:lnTo>
                <a:lnTo>
                  <a:pt x="710678" y="890725"/>
                </a:lnTo>
                <a:lnTo>
                  <a:pt x="702231" y="901669"/>
                </a:lnTo>
                <a:lnTo>
                  <a:pt x="694016" y="912788"/>
                </a:lnTo>
                <a:lnTo>
                  <a:pt x="686035" y="924077"/>
                </a:lnTo>
                <a:lnTo>
                  <a:pt x="678294" y="935531"/>
                </a:lnTo>
                <a:lnTo>
                  <a:pt x="670795" y="947145"/>
                </a:lnTo>
                <a:lnTo>
                  <a:pt x="663541" y="958914"/>
                </a:lnTo>
                <a:lnTo>
                  <a:pt x="656536" y="970833"/>
                </a:lnTo>
                <a:lnTo>
                  <a:pt x="649783" y="982896"/>
                </a:lnTo>
                <a:lnTo>
                  <a:pt x="643284" y="995098"/>
                </a:lnTo>
                <a:lnTo>
                  <a:pt x="637044" y="1007434"/>
                </a:lnTo>
                <a:lnTo>
                  <a:pt x="631063" y="1019898"/>
                </a:lnTo>
                <a:lnTo>
                  <a:pt x="625346" y="1032486"/>
                </a:lnTo>
                <a:lnTo>
                  <a:pt x="619894" y="1045190"/>
                </a:lnTo>
                <a:lnTo>
                  <a:pt x="614711" y="1058006"/>
                </a:lnTo>
                <a:lnTo>
                  <a:pt x="609797" y="1070928"/>
                </a:lnTo>
                <a:lnTo>
                  <a:pt x="605156" y="1083951"/>
                </a:lnTo>
                <a:close/>
              </a:path>
            </a:pathLst>
          </a:custGeom>
          <a:solidFill>
            <a:srgbClr val="EFC29E"/>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2172149" y="2845071"/>
            <a:ext cx="802959" cy="435213"/>
          </a:xfrm>
          <a:custGeom>
            <a:avLst/>
            <a:gdLst/>
            <a:ahLst/>
            <a:cxnLst/>
            <a:rect l="l" t="t" r="r" b="b"/>
            <a:pathLst>
              <a:path w="802959" h="435213">
                <a:moveTo>
                  <a:pt x="0" y="173051"/>
                </a:moveTo>
                <a:lnTo>
                  <a:pt x="7701" y="151098"/>
                </a:lnTo>
                <a:lnTo>
                  <a:pt x="15644" y="129232"/>
                </a:lnTo>
                <a:lnTo>
                  <a:pt x="23829" y="107454"/>
                </a:lnTo>
                <a:lnTo>
                  <a:pt x="32255" y="85769"/>
                </a:lnTo>
                <a:lnTo>
                  <a:pt x="40919" y="64178"/>
                </a:lnTo>
                <a:lnTo>
                  <a:pt x="49822" y="42685"/>
                </a:lnTo>
                <a:lnTo>
                  <a:pt x="58962" y="21291"/>
                </a:lnTo>
                <a:lnTo>
                  <a:pt x="68339" y="0"/>
                </a:lnTo>
                <a:lnTo>
                  <a:pt x="802959" y="328373"/>
                </a:lnTo>
                <a:lnTo>
                  <a:pt x="797171" y="341518"/>
                </a:lnTo>
                <a:lnTo>
                  <a:pt x="791528" y="354727"/>
                </a:lnTo>
                <a:lnTo>
                  <a:pt x="786031" y="367997"/>
                </a:lnTo>
                <a:lnTo>
                  <a:pt x="780682" y="381326"/>
                </a:lnTo>
                <a:lnTo>
                  <a:pt x="775480" y="394715"/>
                </a:lnTo>
                <a:lnTo>
                  <a:pt x="770427" y="408160"/>
                </a:lnTo>
                <a:lnTo>
                  <a:pt x="765522" y="421660"/>
                </a:lnTo>
                <a:lnTo>
                  <a:pt x="760768" y="435213"/>
                </a:lnTo>
                <a:close/>
              </a:path>
            </a:pathLst>
          </a:custGeom>
          <a:solidFill>
            <a:srgbClr val="F6DD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2240488" y="2105606"/>
            <a:ext cx="1075665" cy="1067838"/>
          </a:xfrm>
          <a:custGeom>
            <a:avLst/>
            <a:gdLst/>
            <a:ahLst/>
            <a:cxnLst/>
            <a:rect l="l" t="t" r="r" b="b"/>
            <a:pathLst>
              <a:path w="1075665" h="1067838">
                <a:moveTo>
                  <a:pt x="0" y="739465"/>
                </a:moveTo>
                <a:lnTo>
                  <a:pt x="18508" y="699202"/>
                </a:lnTo>
                <a:lnTo>
                  <a:pt x="37861" y="659339"/>
                </a:lnTo>
                <a:lnTo>
                  <a:pt x="58049" y="619892"/>
                </a:lnTo>
                <a:lnTo>
                  <a:pt x="79064" y="580879"/>
                </a:lnTo>
                <a:lnTo>
                  <a:pt x="100896" y="542318"/>
                </a:lnTo>
                <a:lnTo>
                  <a:pt x="123536" y="504225"/>
                </a:lnTo>
                <a:lnTo>
                  <a:pt x="146973" y="466618"/>
                </a:lnTo>
                <a:lnTo>
                  <a:pt x="171197" y="429513"/>
                </a:lnTo>
                <a:lnTo>
                  <a:pt x="196198" y="392926"/>
                </a:lnTo>
                <a:lnTo>
                  <a:pt x="221964" y="356875"/>
                </a:lnTo>
                <a:lnTo>
                  <a:pt x="248484" y="321374"/>
                </a:lnTo>
                <a:lnTo>
                  <a:pt x="275746" y="286440"/>
                </a:lnTo>
                <a:lnTo>
                  <a:pt x="303738" y="252088"/>
                </a:lnTo>
                <a:lnTo>
                  <a:pt x="332448" y="218333"/>
                </a:lnTo>
                <a:lnTo>
                  <a:pt x="361862" y="185191"/>
                </a:lnTo>
                <a:lnTo>
                  <a:pt x="391968" y="152675"/>
                </a:lnTo>
                <a:lnTo>
                  <a:pt x="422752" y="120802"/>
                </a:lnTo>
                <a:lnTo>
                  <a:pt x="454201" y="89583"/>
                </a:lnTo>
                <a:lnTo>
                  <a:pt x="486301" y="59035"/>
                </a:lnTo>
                <a:lnTo>
                  <a:pt x="519038" y="29170"/>
                </a:lnTo>
                <a:lnTo>
                  <a:pt x="552396" y="0"/>
                </a:lnTo>
                <a:lnTo>
                  <a:pt x="1075665" y="611299"/>
                </a:lnTo>
                <a:lnTo>
                  <a:pt x="1055070" y="629308"/>
                </a:lnTo>
                <a:lnTo>
                  <a:pt x="1034859" y="647747"/>
                </a:lnTo>
                <a:lnTo>
                  <a:pt x="1015041" y="666607"/>
                </a:lnTo>
                <a:lnTo>
                  <a:pt x="995624" y="685881"/>
                </a:lnTo>
                <a:lnTo>
                  <a:pt x="976618" y="705559"/>
                </a:lnTo>
                <a:lnTo>
                  <a:pt x="958031" y="725634"/>
                </a:lnTo>
                <a:lnTo>
                  <a:pt x="939871" y="746096"/>
                </a:lnTo>
                <a:lnTo>
                  <a:pt x="922146" y="766936"/>
                </a:lnTo>
                <a:lnTo>
                  <a:pt x="904864" y="788144"/>
                </a:lnTo>
                <a:lnTo>
                  <a:pt x="888033" y="809712"/>
                </a:lnTo>
                <a:lnTo>
                  <a:pt x="871659" y="831630"/>
                </a:lnTo>
                <a:lnTo>
                  <a:pt x="855752" y="853888"/>
                </a:lnTo>
                <a:lnTo>
                  <a:pt x="840316" y="876477"/>
                </a:lnTo>
                <a:lnTo>
                  <a:pt x="825361" y="899385"/>
                </a:lnTo>
                <a:lnTo>
                  <a:pt x="810891" y="922603"/>
                </a:lnTo>
                <a:lnTo>
                  <a:pt x="796913" y="946122"/>
                </a:lnTo>
                <a:lnTo>
                  <a:pt x="783434" y="969929"/>
                </a:lnTo>
                <a:lnTo>
                  <a:pt x="770460" y="994015"/>
                </a:lnTo>
                <a:lnTo>
                  <a:pt x="757996" y="1018369"/>
                </a:lnTo>
                <a:lnTo>
                  <a:pt x="746047" y="1042981"/>
                </a:lnTo>
                <a:lnTo>
                  <a:pt x="734620" y="1067838"/>
                </a:lnTo>
                <a:close/>
              </a:path>
            </a:pathLst>
          </a:custGeom>
          <a:solidFill>
            <a:srgbClr val="F6DD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2792884" y="1600200"/>
            <a:ext cx="1367635" cy="1116705"/>
          </a:xfrm>
          <a:custGeom>
            <a:avLst/>
            <a:gdLst/>
            <a:ahLst/>
            <a:cxnLst/>
            <a:rect l="l" t="t" r="r" b="b"/>
            <a:pathLst>
              <a:path w="1367635" h="1116705">
                <a:moveTo>
                  <a:pt x="0" y="505406"/>
                </a:moveTo>
                <a:lnTo>
                  <a:pt x="34589" y="476436"/>
                </a:lnTo>
                <a:lnTo>
                  <a:pt x="69791" y="448214"/>
                </a:lnTo>
                <a:lnTo>
                  <a:pt x="105590" y="420754"/>
                </a:lnTo>
                <a:lnTo>
                  <a:pt x="141970" y="394067"/>
                </a:lnTo>
                <a:lnTo>
                  <a:pt x="178915" y="368168"/>
                </a:lnTo>
                <a:lnTo>
                  <a:pt x="216406" y="343067"/>
                </a:lnTo>
                <a:lnTo>
                  <a:pt x="254427" y="318776"/>
                </a:lnTo>
                <a:lnTo>
                  <a:pt x="292961" y="295306"/>
                </a:lnTo>
                <a:lnTo>
                  <a:pt x="331989" y="272669"/>
                </a:lnTo>
                <a:lnTo>
                  <a:pt x="371494" y="250873"/>
                </a:lnTo>
                <a:lnTo>
                  <a:pt x="411457" y="229930"/>
                </a:lnTo>
                <a:lnTo>
                  <a:pt x="451861" y="209850"/>
                </a:lnTo>
                <a:lnTo>
                  <a:pt x="492686" y="190640"/>
                </a:lnTo>
                <a:lnTo>
                  <a:pt x="533913" y="172311"/>
                </a:lnTo>
                <a:lnTo>
                  <a:pt x="575524" y="154871"/>
                </a:lnTo>
                <a:lnTo>
                  <a:pt x="617500" y="138327"/>
                </a:lnTo>
                <a:lnTo>
                  <a:pt x="659821" y="122687"/>
                </a:lnTo>
                <a:lnTo>
                  <a:pt x="702468" y="107959"/>
                </a:lnTo>
                <a:lnTo>
                  <a:pt x="745421" y="94149"/>
                </a:lnTo>
                <a:lnTo>
                  <a:pt x="788660" y="81264"/>
                </a:lnTo>
                <a:lnTo>
                  <a:pt x="832166" y="69309"/>
                </a:lnTo>
                <a:lnTo>
                  <a:pt x="875918" y="58290"/>
                </a:lnTo>
                <a:lnTo>
                  <a:pt x="919896" y="48212"/>
                </a:lnTo>
                <a:lnTo>
                  <a:pt x="964081" y="39080"/>
                </a:lnTo>
                <a:lnTo>
                  <a:pt x="1008451" y="30898"/>
                </a:lnTo>
                <a:lnTo>
                  <a:pt x="1052987" y="23670"/>
                </a:lnTo>
                <a:lnTo>
                  <a:pt x="1097667" y="17399"/>
                </a:lnTo>
                <a:lnTo>
                  <a:pt x="1142472" y="12087"/>
                </a:lnTo>
                <a:lnTo>
                  <a:pt x="1187380" y="7738"/>
                </a:lnTo>
                <a:lnTo>
                  <a:pt x="1232371" y="4354"/>
                </a:lnTo>
                <a:lnTo>
                  <a:pt x="1277425" y="1935"/>
                </a:lnTo>
                <a:lnTo>
                  <a:pt x="1322520" y="483"/>
                </a:lnTo>
                <a:lnTo>
                  <a:pt x="1367635" y="0"/>
                </a:lnTo>
                <a:lnTo>
                  <a:pt x="1367635" y="804672"/>
                </a:lnTo>
                <a:lnTo>
                  <a:pt x="1339781" y="804970"/>
                </a:lnTo>
                <a:lnTo>
                  <a:pt x="1311940" y="805867"/>
                </a:lnTo>
                <a:lnTo>
                  <a:pt x="1284125" y="807360"/>
                </a:lnTo>
                <a:lnTo>
                  <a:pt x="1256347" y="809449"/>
                </a:lnTo>
                <a:lnTo>
                  <a:pt x="1228621" y="812134"/>
                </a:lnTo>
                <a:lnTo>
                  <a:pt x="1200959" y="815414"/>
                </a:lnTo>
                <a:lnTo>
                  <a:pt x="1173374" y="819286"/>
                </a:lnTo>
                <a:lnTo>
                  <a:pt x="1145878" y="823748"/>
                </a:lnTo>
                <a:lnTo>
                  <a:pt x="1118484" y="828800"/>
                </a:lnTo>
                <a:lnTo>
                  <a:pt x="1091205" y="834438"/>
                </a:lnTo>
                <a:lnTo>
                  <a:pt x="1064053" y="840660"/>
                </a:lnTo>
                <a:lnTo>
                  <a:pt x="1037041" y="847462"/>
                </a:lnTo>
                <a:lnTo>
                  <a:pt x="1010181" y="854843"/>
                </a:lnTo>
                <a:lnTo>
                  <a:pt x="983485" y="862799"/>
                </a:lnTo>
                <a:lnTo>
                  <a:pt x="956967" y="871325"/>
                </a:lnTo>
                <a:lnTo>
                  <a:pt x="930637" y="880418"/>
                </a:lnTo>
                <a:lnTo>
                  <a:pt x="904508" y="890074"/>
                </a:lnTo>
                <a:lnTo>
                  <a:pt x="878593" y="900288"/>
                </a:lnTo>
                <a:lnTo>
                  <a:pt x="852902" y="911055"/>
                </a:lnTo>
                <a:lnTo>
                  <a:pt x="827449" y="922372"/>
                </a:lnTo>
                <a:lnTo>
                  <a:pt x="802244" y="934231"/>
                </a:lnTo>
                <a:lnTo>
                  <a:pt x="777299" y="946629"/>
                </a:lnTo>
                <a:lnTo>
                  <a:pt x="752626" y="959559"/>
                </a:lnTo>
                <a:lnTo>
                  <a:pt x="728236" y="973015"/>
                </a:lnTo>
                <a:lnTo>
                  <a:pt x="704141" y="986991"/>
                </a:lnTo>
                <a:lnTo>
                  <a:pt x="680351" y="1001481"/>
                </a:lnTo>
                <a:lnTo>
                  <a:pt x="656877" y="1016478"/>
                </a:lnTo>
                <a:lnTo>
                  <a:pt x="633730" y="1031976"/>
                </a:lnTo>
                <a:lnTo>
                  <a:pt x="610921" y="1047966"/>
                </a:lnTo>
                <a:lnTo>
                  <a:pt x="588460" y="1064441"/>
                </a:lnTo>
                <a:lnTo>
                  <a:pt x="566357" y="1081395"/>
                </a:lnTo>
                <a:lnTo>
                  <a:pt x="544624" y="1098819"/>
                </a:lnTo>
                <a:lnTo>
                  <a:pt x="523269" y="1116705"/>
                </a:lnTo>
                <a:close/>
              </a:path>
            </a:pathLst>
          </a:custGeom>
          <a:solidFill>
            <a:srgbClr val="F6DD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flipH="1" flipV="1">
            <a:off x="2172149" y="3018122"/>
            <a:ext cx="1365924" cy="470701"/>
          </a:xfrm>
          <a:prstGeom prst="line">
            <a:avLst/>
          </a:prstGeom>
          <a:ln w="20320">
            <a:solidFill>
              <a:srgbClr val="D55E0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043813" y="2787841"/>
            <a:ext cx="1097280" cy="256032"/>
          </a:xfrm>
          <a:prstGeom prst="rect">
            <a:avLst/>
          </a:prstGeom>
          <a:noFill/>
        </p:spPr>
        <p:txBody>
          <a:bodyPr wrap="none">
            <a:spAutoFit/>
          </a:bodyPr>
          <a:lstStyle/>
          <a:p>
            <a:pPr algn="ctr"/>
            <a:r>
              <a:rPr sz="1000" b="1" i="0">
                <a:solidFill>
                  <a:srgbClr val="1A1A1A"/>
                </a:solidFill>
                <a:latin typeface="Calibri"/>
              </a:rPr>
              <a:t>Person</a:t>
            </a:r>
          </a:p>
        </p:txBody>
      </p:sp>
      <p:sp>
        <p:nvSpPr>
          <p:cNvPr id="51" name="Oval 50"/>
          <p:cNvSpPr/>
          <p:nvPr/>
        </p:nvSpPr>
        <p:spPr>
          <a:xfrm>
            <a:off x="3502152" y="3044952"/>
            <a:ext cx="1316736" cy="1316736"/>
          </a:xfrm>
          <a:prstGeom prst="ellipse">
            <a:avLst/>
          </a:prstGeom>
          <a:solidFill>
            <a:srgbClr val="93C5FD"/>
          </a:solidFill>
          <a:ln w="1587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A1A1A"/>
                </a:solidFill>
                <a:latin typeface="Calibri"/>
              </a:rPr>
              <a:t>aspects16</a:t>
            </a:r>
          </a:p>
          <a:p>
            <a:pPr algn="ctr"/>
            <a:r>
              <a:rPr sz="900" b="0">
                <a:solidFill>
                  <a:srgbClr val="1A1A1A"/>
                </a:solidFill>
                <a:latin typeface="Calibri"/>
              </a:rPr>
              <a:t>24 concepts</a:t>
            </a:r>
          </a:p>
        </p:txBody>
      </p:sp>
      <p:sp>
        <p:nvSpPr>
          <p:cNvPr id="52" name="TextBox 51"/>
          <p:cNvSpPr txBox="1"/>
          <p:nvPr/>
        </p:nvSpPr>
        <p:spPr>
          <a:xfrm>
            <a:off x="7452360" y="1234440"/>
            <a:ext cx="4206240" cy="457200"/>
          </a:xfrm>
          <a:prstGeom prst="rect">
            <a:avLst/>
          </a:prstGeom>
          <a:noFill/>
        </p:spPr>
        <p:txBody>
          <a:bodyPr wrap="square">
            <a:spAutoFit/>
          </a:bodyPr>
          <a:lstStyle/>
          <a:p>
            <a:pPr algn="l"/>
            <a:r>
              <a:rPr sz="2400" b="1" i="0">
                <a:solidFill>
                  <a:srgbClr val="312E81"/>
                </a:solidFill>
                <a:latin typeface="Calibri"/>
              </a:rPr>
              <a:t>Wide means far-reaching</a:t>
            </a:r>
          </a:p>
        </p:txBody>
      </p:sp>
      <p:sp>
        <p:nvSpPr>
          <p:cNvPr id="53" name="TextBox 52"/>
          <p:cNvSpPr txBox="1"/>
          <p:nvPr/>
        </p:nvSpPr>
        <p:spPr>
          <a:xfrm>
            <a:off x="7452360" y="1828800"/>
            <a:ext cx="4297680" cy="1554480"/>
          </a:xfrm>
          <a:prstGeom prst="rect">
            <a:avLst/>
          </a:prstGeom>
          <a:noFill/>
        </p:spPr>
        <p:txBody>
          <a:bodyPr wrap="square">
            <a:spAutoFit/>
          </a:bodyPr>
          <a:lstStyle/>
          <a:p>
            <a:pPr algn="l">
              <a:spcAft>
                <a:spcPts val="600"/>
              </a:spcAft>
            </a:pPr>
            <a:r>
              <a:rPr sz="1600" b="0">
                <a:solidFill>
                  <a:srgbClr val="475569"/>
                </a:solidFill>
                <a:latin typeface="Calibri"/>
              </a:rPr>
              <a:t>Org — in nine of the sixteen drawings</a:t>
            </a:r>
          </a:p>
          <a:p>
            <a:pPr algn="l">
              <a:spcAft>
                <a:spcPts val="600"/>
              </a:spcAft>
            </a:pPr>
            <a:r>
              <a:rPr sz="1600" b="0">
                <a:solidFill>
                  <a:srgbClr val="475569"/>
                </a:solidFill>
                <a:latin typeface="Calibri"/>
              </a:rPr>
              <a:t>Person — eight</a:t>
            </a:r>
          </a:p>
          <a:p>
            <a:pPr algn="l">
              <a:spcAft>
                <a:spcPts val="600"/>
              </a:spcAft>
            </a:pPr>
            <a:r>
              <a:rPr sz="1600" b="0">
                <a:solidFill>
                  <a:srgbClr val="475569"/>
                </a:solidFill>
                <a:latin typeface="Calibri"/>
              </a:rPr>
              <a:t>Action — six</a:t>
            </a:r>
          </a:p>
          <a:p>
            <a:pPr algn="l">
              <a:spcAft>
                <a:spcPts val="600"/>
              </a:spcAft>
            </a:pPr>
            <a:r>
              <a:rPr sz="1600" b="0">
                <a:solidFill>
                  <a:srgbClr val="475569"/>
                </a:solidFill>
                <a:latin typeface="Calibri"/>
              </a:rPr>
              <a:t>Problem, Result — five each</a:t>
            </a:r>
          </a:p>
        </p:txBody>
      </p:sp>
      <p:sp>
        <p:nvSpPr>
          <p:cNvPr id="54" name="TextBox 53"/>
          <p:cNvSpPr txBox="1"/>
          <p:nvPr/>
        </p:nvSpPr>
        <p:spPr>
          <a:xfrm>
            <a:off x="7452360" y="3611880"/>
            <a:ext cx="4297680" cy="457200"/>
          </a:xfrm>
          <a:prstGeom prst="rect">
            <a:avLst/>
          </a:prstGeom>
          <a:noFill/>
        </p:spPr>
        <p:txBody>
          <a:bodyPr wrap="square">
            <a:spAutoFit/>
          </a:bodyPr>
          <a:lstStyle/>
          <a:p>
            <a:pPr algn="l"/>
            <a:r>
              <a:rPr sz="2000" b="1" i="0">
                <a:solidFill>
                  <a:srgbClr val="92400E"/>
                </a:solidFill>
                <a:latin typeface="Calibri"/>
              </a:rPr>
              <a:t>Thin means one corner only</a:t>
            </a:r>
          </a:p>
        </p:txBody>
      </p:sp>
      <p:sp>
        <p:nvSpPr>
          <p:cNvPr id="55" name="TextBox 54"/>
          <p:cNvSpPr txBox="1"/>
          <p:nvPr/>
        </p:nvSpPr>
        <p:spPr>
          <a:xfrm>
            <a:off x="7452360" y="4114800"/>
            <a:ext cx="4297680" cy="914400"/>
          </a:xfrm>
          <a:prstGeom prst="rect">
            <a:avLst/>
          </a:prstGeom>
          <a:noFill/>
        </p:spPr>
        <p:txBody>
          <a:bodyPr wrap="square">
            <a:spAutoFit/>
          </a:bodyPr>
          <a:lstStyle/>
          <a:p>
            <a:pPr algn="l">
              <a:spcAft>
                <a:spcPts val="600"/>
              </a:spcAft>
            </a:pPr>
            <a:r>
              <a:rPr sz="1600" b="0">
                <a:solidFill>
                  <a:srgbClr val="475569"/>
                </a:solidFill>
                <a:latin typeface="Calibri"/>
              </a:rPr>
              <a:t>Asset, Power — the whole Resource family</a:t>
            </a:r>
          </a:p>
          <a:p>
            <a:pPr algn="l">
              <a:spcAft>
                <a:spcPts val="600"/>
              </a:spcAft>
            </a:pPr>
            <a:r>
              <a:rPr sz="1600" b="0">
                <a:solidFill>
                  <a:srgbClr val="475569"/>
                </a:solidFill>
                <a:latin typeface="Calibri"/>
              </a:rPr>
              <a:t>Ecology · Government · Solution · Trust</a:t>
            </a:r>
          </a:p>
        </p:txBody>
      </p:sp>
      <p:sp>
        <p:nvSpPr>
          <p:cNvPr id="56" name="Rectangle 55"/>
          <p:cNvSpPr/>
          <p:nvPr/>
        </p:nvSpPr>
        <p:spPr>
          <a:xfrm>
            <a:off x="7452360" y="5120640"/>
            <a:ext cx="4297680" cy="777240"/>
          </a:xfrm>
          <a:prstGeom prst="rect">
            <a:avLst/>
          </a:prstGeom>
          <a:solidFill>
            <a:srgbClr val="EEF2FF"/>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500" b="1">
                <a:solidFill>
                  <a:srgbClr val="312E81"/>
                </a:solidFill>
                <a:latin typeface="Calibri"/>
              </a:rPr>
              <a:t>Nobody designed this shape. It is what sixteen topic drawings needed, added up.</a:t>
            </a:r>
          </a:p>
        </p:txBody>
      </p:sp>
      <p:sp>
        <p:nvSpPr>
          <p:cNvPr id="57" name="TextBox 56"/>
          <p:cNvSpPr txBox="1"/>
          <p:nvPr/>
        </p:nvSpPr>
        <p:spPr>
          <a:xfrm>
            <a:off x="411480" y="6355080"/>
            <a:ext cx="11338560" cy="320040"/>
          </a:xfrm>
          <a:prstGeom prst="rect">
            <a:avLst/>
          </a:prstGeom>
          <a:noFill/>
        </p:spPr>
        <p:txBody>
          <a:bodyPr wrap="square">
            <a:spAutoFit/>
          </a:bodyPr>
          <a:lstStyle/>
          <a:p>
            <a:pPr algn="l"/>
            <a:r>
              <a:rPr sz="1000" b="0" i="0">
                <a:solidFill>
                  <a:srgbClr val="94A3B8"/>
                </a:solidFill>
                <a:latin typeface="Calibri"/>
              </a:rPr>
              <a:t>Drawn from /projection/vocabulary — families, colours and counts all derived from the live database.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11480" y="164592"/>
            <a:ext cx="7315200" cy="274320"/>
          </a:xfrm>
          <a:prstGeom prst="rect">
            <a:avLst/>
          </a:prstGeom>
          <a:noFill/>
        </p:spPr>
        <p:txBody>
          <a:bodyPr wrap="square">
            <a:spAutoFit/>
          </a:bodyPr>
          <a:lstStyle/>
          <a:p>
            <a:pPr algn="l"/>
            <a:r>
              <a:rPr sz="900" b="1" i="0">
                <a:solidFill>
                  <a:srgbClr val="312E81"/>
                </a:solidFill>
                <a:latin typeface="Calibri"/>
              </a:rPr>
              <a:t>THE PART THAT IS OURS</a:t>
            </a:r>
          </a:p>
        </p:txBody>
      </p:sp>
      <p:sp>
        <p:nvSpPr>
          <p:cNvPr id="3" name="Rectangle 2"/>
          <p:cNvSpPr/>
          <p:nvPr/>
        </p:nvSpPr>
        <p:spPr>
          <a:xfrm>
            <a:off x="0" y="502920"/>
            <a:ext cx="12188952" cy="320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66928"/>
            <a:ext cx="11338560" cy="1188720"/>
          </a:xfrm>
          <a:prstGeom prst="rect">
            <a:avLst/>
          </a:prstGeom>
          <a:noFill/>
        </p:spPr>
        <p:txBody>
          <a:bodyPr wrap="square">
            <a:spAutoFit/>
          </a:bodyPr>
          <a:lstStyle/>
          <a:p>
            <a:pPr algn="l"/>
            <a:r>
              <a:rPr sz="3400" b="1" i="0">
                <a:solidFill>
                  <a:srgbClr val="0F172A"/>
                </a:solidFill>
                <a:latin typeface="Calibri"/>
              </a:rPr>
              <a:t>Arc width is evidence, not size</a:t>
            </a:r>
          </a:p>
        </p:txBody>
      </p:sp>
      <p:sp>
        <p:nvSpPr>
          <p:cNvPr id="5" name="TextBox 4"/>
          <p:cNvSpPr txBox="1"/>
          <p:nvPr/>
        </p:nvSpPr>
        <p:spPr>
          <a:xfrm>
            <a:off x="502920" y="1737360"/>
            <a:ext cx="11155680" cy="777240"/>
          </a:xfrm>
          <a:prstGeom prst="rect">
            <a:avLst/>
          </a:prstGeom>
          <a:noFill/>
        </p:spPr>
        <p:txBody>
          <a:bodyPr wrap="square">
            <a:spAutoFit/>
          </a:bodyPr>
          <a:lstStyle/>
          <a:p>
            <a:pPr algn="l"/>
            <a:r>
              <a:rPr sz="1800" b="0" i="0">
                <a:solidFill>
                  <a:srgbClr val="475569"/>
                </a:solidFill>
                <a:latin typeface="Calibri"/>
              </a:rPr>
              <a:t>Every sunburst you have seen sizes its arcs by a quantity — bytes, dollars, headcount. This one sizes them by how many separate source drawings contain the concept.</a:t>
            </a:r>
          </a:p>
        </p:txBody>
      </p:sp>
      <p:sp>
        <p:nvSpPr>
          <p:cNvPr id="6" name="Freeform 5"/>
          <p:cNvSpPr/>
          <p:nvPr/>
        </p:nvSpPr>
        <p:spPr>
          <a:xfrm>
            <a:off x="3063240" y="3428999"/>
            <a:ext cx="451267" cy="464554"/>
          </a:xfrm>
          <a:custGeom>
            <a:avLst/>
            <a:gdLst/>
            <a:ahLst/>
            <a:cxnLst/>
            <a:rect l="l" t="t" r="r" b="b"/>
            <a:pathLst>
              <a:path w="451267" h="464554">
                <a:moveTo>
                  <a:pt x="0" y="0"/>
                </a:moveTo>
                <a:lnTo>
                  <a:pt x="16601" y="178"/>
                </a:lnTo>
                <a:lnTo>
                  <a:pt x="33195" y="710"/>
                </a:lnTo>
                <a:lnTo>
                  <a:pt x="49773" y="1596"/>
                </a:lnTo>
                <a:lnTo>
                  <a:pt x="66329" y="2836"/>
                </a:lnTo>
                <a:lnTo>
                  <a:pt x="82855" y="4429"/>
                </a:lnTo>
                <a:lnTo>
                  <a:pt x="99343" y="6375"/>
                </a:lnTo>
                <a:lnTo>
                  <a:pt x="115785" y="8673"/>
                </a:lnTo>
                <a:lnTo>
                  <a:pt x="132175" y="11322"/>
                </a:lnTo>
                <a:lnTo>
                  <a:pt x="148504" y="14320"/>
                </a:lnTo>
                <a:lnTo>
                  <a:pt x="164766" y="17666"/>
                </a:lnTo>
                <a:lnTo>
                  <a:pt x="180952" y="21358"/>
                </a:lnTo>
                <a:lnTo>
                  <a:pt x="197056" y="25396"/>
                </a:lnTo>
                <a:lnTo>
                  <a:pt x="213070" y="29776"/>
                </a:lnTo>
                <a:lnTo>
                  <a:pt x="228987" y="34498"/>
                </a:lnTo>
                <a:lnTo>
                  <a:pt x="244799" y="39558"/>
                </a:lnTo>
                <a:lnTo>
                  <a:pt x="260500" y="44955"/>
                </a:lnTo>
                <a:lnTo>
                  <a:pt x="276082" y="50687"/>
                </a:lnTo>
                <a:lnTo>
                  <a:pt x="291537" y="56749"/>
                </a:lnTo>
                <a:lnTo>
                  <a:pt x="306860" y="63141"/>
                </a:lnTo>
                <a:lnTo>
                  <a:pt x="322043" y="69858"/>
                </a:lnTo>
                <a:lnTo>
                  <a:pt x="337079" y="76898"/>
                </a:lnTo>
                <a:lnTo>
                  <a:pt x="351961" y="84258"/>
                </a:lnTo>
                <a:lnTo>
                  <a:pt x="366682" y="91933"/>
                </a:lnTo>
                <a:lnTo>
                  <a:pt x="381236" y="99922"/>
                </a:lnTo>
                <a:lnTo>
                  <a:pt x="395616" y="108219"/>
                </a:lnTo>
                <a:lnTo>
                  <a:pt x="409816" y="116822"/>
                </a:lnTo>
                <a:lnTo>
                  <a:pt x="423828" y="125726"/>
                </a:lnTo>
                <a:lnTo>
                  <a:pt x="437648" y="134927"/>
                </a:lnTo>
                <a:lnTo>
                  <a:pt x="451267" y="144422"/>
                </a:lnTo>
                <a:lnTo>
                  <a:pt x="222979" y="464554"/>
                </a:lnTo>
                <a:lnTo>
                  <a:pt x="216249" y="459862"/>
                </a:lnTo>
                <a:lnTo>
                  <a:pt x="209421" y="455316"/>
                </a:lnTo>
                <a:lnTo>
                  <a:pt x="202497" y="450916"/>
                </a:lnTo>
                <a:lnTo>
                  <a:pt x="195481" y="446665"/>
                </a:lnTo>
                <a:lnTo>
                  <a:pt x="188375" y="442565"/>
                </a:lnTo>
                <a:lnTo>
                  <a:pt x="181184" y="438618"/>
                </a:lnTo>
                <a:lnTo>
                  <a:pt x="173910" y="434825"/>
                </a:lnTo>
                <a:lnTo>
                  <a:pt x="166556" y="431189"/>
                </a:lnTo>
                <a:lnTo>
                  <a:pt x="159127" y="427710"/>
                </a:lnTo>
                <a:lnTo>
                  <a:pt x="151625" y="424391"/>
                </a:lnTo>
                <a:lnTo>
                  <a:pt x="144054" y="421233"/>
                </a:lnTo>
                <a:lnTo>
                  <a:pt x="136417" y="418237"/>
                </a:lnTo>
                <a:lnTo>
                  <a:pt x="128717" y="415405"/>
                </a:lnTo>
                <a:lnTo>
                  <a:pt x="120959" y="412739"/>
                </a:lnTo>
                <a:lnTo>
                  <a:pt x="113146" y="410238"/>
                </a:lnTo>
                <a:lnTo>
                  <a:pt x="105282" y="407905"/>
                </a:lnTo>
                <a:lnTo>
                  <a:pt x="97369" y="405741"/>
                </a:lnTo>
                <a:lnTo>
                  <a:pt x="89412" y="403746"/>
                </a:lnTo>
                <a:lnTo>
                  <a:pt x="81414" y="401921"/>
                </a:lnTo>
                <a:lnTo>
                  <a:pt x="73378" y="400268"/>
                </a:lnTo>
                <a:lnTo>
                  <a:pt x="65310" y="398786"/>
                </a:lnTo>
                <a:lnTo>
                  <a:pt x="57211" y="397478"/>
                </a:lnTo>
                <a:lnTo>
                  <a:pt x="49087" y="396342"/>
                </a:lnTo>
                <a:lnTo>
                  <a:pt x="40940" y="395381"/>
                </a:lnTo>
                <a:lnTo>
                  <a:pt x="32774" y="394594"/>
                </a:lnTo>
                <a:lnTo>
                  <a:pt x="24594" y="393981"/>
                </a:lnTo>
                <a:lnTo>
                  <a:pt x="16402" y="393543"/>
                </a:lnTo>
                <a:lnTo>
                  <a:pt x="8203" y="393280"/>
                </a:lnTo>
                <a:lnTo>
                  <a:pt x="0" y="393192"/>
                </a:lnTo>
                <a:close/>
              </a:path>
            </a:pathLst>
          </a:custGeom>
          <a:solidFill>
            <a:srgbClr val="9EDACA"/>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3063240" y="2907791"/>
            <a:ext cx="450088" cy="569398"/>
          </a:xfrm>
          <a:custGeom>
            <a:avLst/>
            <a:gdLst/>
            <a:ahLst/>
            <a:cxnLst/>
            <a:rect l="l" t="t" r="r" b="b"/>
            <a:pathLst>
              <a:path w="450088" h="569398">
                <a:moveTo>
                  <a:pt x="0" y="0"/>
                </a:moveTo>
                <a:lnTo>
                  <a:pt x="28724" y="318"/>
                </a:lnTo>
                <a:lnTo>
                  <a:pt x="57434" y="1271"/>
                </a:lnTo>
                <a:lnTo>
                  <a:pt x="86116" y="2859"/>
                </a:lnTo>
                <a:lnTo>
                  <a:pt x="114756" y="5082"/>
                </a:lnTo>
                <a:lnTo>
                  <a:pt x="143340" y="7937"/>
                </a:lnTo>
                <a:lnTo>
                  <a:pt x="171854" y="11424"/>
                </a:lnTo>
                <a:lnTo>
                  <a:pt x="200284" y="15540"/>
                </a:lnTo>
                <a:lnTo>
                  <a:pt x="228615" y="20285"/>
                </a:lnTo>
                <a:lnTo>
                  <a:pt x="256835" y="25655"/>
                </a:lnTo>
                <a:lnTo>
                  <a:pt x="284929" y="31648"/>
                </a:lnTo>
                <a:lnTo>
                  <a:pt x="312884" y="38262"/>
                </a:lnTo>
                <a:lnTo>
                  <a:pt x="340685" y="45492"/>
                </a:lnTo>
                <a:lnTo>
                  <a:pt x="368320" y="53335"/>
                </a:lnTo>
                <a:lnTo>
                  <a:pt x="395774" y="61788"/>
                </a:lnTo>
                <a:lnTo>
                  <a:pt x="423035" y="70846"/>
                </a:lnTo>
                <a:lnTo>
                  <a:pt x="450088" y="80505"/>
                </a:lnTo>
                <a:lnTo>
                  <a:pt x="269419" y="569398"/>
                </a:lnTo>
                <a:lnTo>
                  <a:pt x="253225" y="563616"/>
                </a:lnTo>
                <a:lnTo>
                  <a:pt x="236907" y="558194"/>
                </a:lnTo>
                <a:lnTo>
                  <a:pt x="220473" y="553134"/>
                </a:lnTo>
                <a:lnTo>
                  <a:pt x="203931" y="548439"/>
                </a:lnTo>
                <a:lnTo>
                  <a:pt x="187289" y="544111"/>
                </a:lnTo>
                <a:lnTo>
                  <a:pt x="170556" y="540153"/>
                </a:lnTo>
                <a:lnTo>
                  <a:pt x="153739" y="536565"/>
                </a:lnTo>
                <a:lnTo>
                  <a:pt x="136847" y="533351"/>
                </a:lnTo>
                <a:lnTo>
                  <a:pt x="119888" y="530510"/>
                </a:lnTo>
                <a:lnTo>
                  <a:pt x="102870" y="528046"/>
                </a:lnTo>
                <a:lnTo>
                  <a:pt x="85802" y="525959"/>
                </a:lnTo>
                <a:lnTo>
                  <a:pt x="68692" y="524250"/>
                </a:lnTo>
                <a:lnTo>
                  <a:pt x="51548" y="522920"/>
                </a:lnTo>
                <a:lnTo>
                  <a:pt x="34379" y="521969"/>
                </a:lnTo>
                <a:lnTo>
                  <a:pt x="17194" y="521399"/>
                </a:lnTo>
                <a:lnTo>
                  <a:pt x="0" y="521208"/>
                </a:lnTo>
                <a:close/>
              </a:path>
            </a:pathLst>
          </a:custGeom>
          <a:solidFill>
            <a:srgbClr val="C9EA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3332659" y="2988296"/>
            <a:ext cx="286550" cy="515557"/>
          </a:xfrm>
          <a:custGeom>
            <a:avLst/>
            <a:gdLst/>
            <a:ahLst/>
            <a:cxnLst/>
            <a:rect l="l" t="t" r="r" b="b"/>
            <a:pathLst>
              <a:path w="286550" h="515557">
                <a:moveTo>
                  <a:pt x="180669" y="0"/>
                </a:moveTo>
                <a:lnTo>
                  <a:pt x="194114" y="5053"/>
                </a:lnTo>
                <a:lnTo>
                  <a:pt x="207503" y="10255"/>
                </a:lnTo>
                <a:lnTo>
                  <a:pt x="220832" y="15604"/>
                </a:lnTo>
                <a:lnTo>
                  <a:pt x="234102" y="21101"/>
                </a:lnTo>
                <a:lnTo>
                  <a:pt x="247311" y="26744"/>
                </a:lnTo>
                <a:lnTo>
                  <a:pt x="260456" y="32532"/>
                </a:lnTo>
                <a:lnTo>
                  <a:pt x="273536" y="38466"/>
                </a:lnTo>
                <a:lnTo>
                  <a:pt x="286550" y="44545"/>
                </a:lnTo>
                <a:lnTo>
                  <a:pt x="63379" y="515557"/>
                </a:lnTo>
                <a:lnTo>
                  <a:pt x="55589" y="511918"/>
                </a:lnTo>
                <a:lnTo>
                  <a:pt x="47759" y="508366"/>
                </a:lnTo>
                <a:lnTo>
                  <a:pt x="39891" y="504901"/>
                </a:lnTo>
                <a:lnTo>
                  <a:pt x="31984" y="501523"/>
                </a:lnTo>
                <a:lnTo>
                  <a:pt x="24041" y="498233"/>
                </a:lnTo>
                <a:lnTo>
                  <a:pt x="16062" y="495031"/>
                </a:lnTo>
                <a:lnTo>
                  <a:pt x="8048" y="491917"/>
                </a:lnTo>
                <a:lnTo>
                  <a:pt x="0" y="488893"/>
                </a:lnTo>
                <a:close/>
              </a:path>
            </a:pathLst>
          </a:custGeom>
          <a:solidFill>
            <a:srgbClr val="C9EA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396038" y="3032841"/>
            <a:ext cx="421084" cy="540580"/>
          </a:xfrm>
          <a:custGeom>
            <a:avLst/>
            <a:gdLst/>
            <a:ahLst/>
            <a:cxnLst/>
            <a:rect l="l" t="t" r="r" b="b"/>
            <a:pathLst>
              <a:path w="421084" h="540580">
                <a:moveTo>
                  <a:pt x="223171" y="0"/>
                </a:moveTo>
                <a:lnTo>
                  <a:pt x="248993" y="12586"/>
                </a:lnTo>
                <a:lnTo>
                  <a:pt x="274530" y="25740"/>
                </a:lnTo>
                <a:lnTo>
                  <a:pt x="299770" y="39457"/>
                </a:lnTo>
                <a:lnTo>
                  <a:pt x="324700" y="53728"/>
                </a:lnTo>
                <a:lnTo>
                  <a:pt x="349309" y="68547"/>
                </a:lnTo>
                <a:lnTo>
                  <a:pt x="373584" y="83907"/>
                </a:lnTo>
                <a:lnTo>
                  <a:pt x="397513" y="99800"/>
                </a:lnTo>
                <a:lnTo>
                  <a:pt x="421084" y="116219"/>
                </a:lnTo>
                <a:lnTo>
                  <a:pt x="118469" y="540580"/>
                </a:lnTo>
                <a:lnTo>
                  <a:pt x="104360" y="530752"/>
                </a:lnTo>
                <a:lnTo>
                  <a:pt x="90036" y="521238"/>
                </a:lnTo>
                <a:lnTo>
                  <a:pt x="75505" y="512044"/>
                </a:lnTo>
                <a:lnTo>
                  <a:pt x="60775" y="503173"/>
                </a:lnTo>
                <a:lnTo>
                  <a:pt x="45852" y="494630"/>
                </a:lnTo>
                <a:lnTo>
                  <a:pt x="30743" y="486420"/>
                </a:lnTo>
                <a:lnTo>
                  <a:pt x="15457" y="478546"/>
                </a:lnTo>
                <a:lnTo>
                  <a:pt x="0" y="471012"/>
                </a:lnTo>
                <a:close/>
              </a:path>
            </a:pathLst>
          </a:custGeom>
          <a:solidFill>
            <a:srgbClr val="C9EA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3063240" y="2907791"/>
            <a:ext cx="0" cy="914400"/>
          </a:xfrm>
          <a:prstGeom prst="line">
            <a:avLst/>
          </a:prstGeom>
          <a:ln w="20320">
            <a:solidFill>
              <a:srgbClr val="009E73"/>
            </a:solidFill>
          </a:ln>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3286219" y="3573421"/>
            <a:ext cx="554239" cy="786558"/>
          </a:xfrm>
          <a:custGeom>
            <a:avLst/>
            <a:gdLst/>
            <a:ahLst/>
            <a:cxnLst/>
            <a:rect l="l" t="t" r="r" b="b"/>
            <a:pathLst>
              <a:path w="554239" h="786558">
                <a:moveTo>
                  <a:pt x="228288" y="0"/>
                </a:moveTo>
                <a:lnTo>
                  <a:pt x="241667" y="9757"/>
                </a:lnTo>
                <a:lnTo>
                  <a:pt x="254834" y="19796"/>
                </a:lnTo>
                <a:lnTo>
                  <a:pt x="267785" y="30114"/>
                </a:lnTo>
                <a:lnTo>
                  <a:pt x="280513" y="40706"/>
                </a:lnTo>
                <a:lnTo>
                  <a:pt x="293012" y="51566"/>
                </a:lnTo>
                <a:lnTo>
                  <a:pt x="305278" y="62690"/>
                </a:lnTo>
                <a:lnTo>
                  <a:pt x="317303" y="74073"/>
                </a:lnTo>
                <a:lnTo>
                  <a:pt x="329083" y="85709"/>
                </a:lnTo>
                <a:lnTo>
                  <a:pt x="340613" y="97594"/>
                </a:lnTo>
                <a:lnTo>
                  <a:pt x="351887" y="109722"/>
                </a:lnTo>
                <a:lnTo>
                  <a:pt x="362900" y="122087"/>
                </a:lnTo>
                <a:lnTo>
                  <a:pt x="373647" y="134683"/>
                </a:lnTo>
                <a:lnTo>
                  <a:pt x="384124" y="147506"/>
                </a:lnTo>
                <a:lnTo>
                  <a:pt x="394324" y="160549"/>
                </a:lnTo>
                <a:lnTo>
                  <a:pt x="404245" y="173807"/>
                </a:lnTo>
                <a:lnTo>
                  <a:pt x="413881" y="187273"/>
                </a:lnTo>
                <a:lnTo>
                  <a:pt x="423228" y="200941"/>
                </a:lnTo>
                <a:lnTo>
                  <a:pt x="432281" y="214805"/>
                </a:lnTo>
                <a:lnTo>
                  <a:pt x="441037" y="228859"/>
                </a:lnTo>
                <a:lnTo>
                  <a:pt x="449492" y="243096"/>
                </a:lnTo>
                <a:lnTo>
                  <a:pt x="457642" y="257510"/>
                </a:lnTo>
                <a:lnTo>
                  <a:pt x="465483" y="272094"/>
                </a:lnTo>
                <a:lnTo>
                  <a:pt x="473011" y="286842"/>
                </a:lnTo>
                <a:lnTo>
                  <a:pt x="480223" y="301748"/>
                </a:lnTo>
                <a:lnTo>
                  <a:pt x="487116" y="316803"/>
                </a:lnTo>
                <a:lnTo>
                  <a:pt x="493687" y="332002"/>
                </a:lnTo>
                <a:lnTo>
                  <a:pt x="499933" y="347337"/>
                </a:lnTo>
                <a:lnTo>
                  <a:pt x="505850" y="362802"/>
                </a:lnTo>
                <a:lnTo>
                  <a:pt x="511437" y="378389"/>
                </a:lnTo>
                <a:lnTo>
                  <a:pt x="516691" y="394092"/>
                </a:lnTo>
                <a:lnTo>
                  <a:pt x="521608" y="409904"/>
                </a:lnTo>
                <a:lnTo>
                  <a:pt x="526188" y="425816"/>
                </a:lnTo>
                <a:lnTo>
                  <a:pt x="530428" y="441822"/>
                </a:lnTo>
                <a:lnTo>
                  <a:pt x="534326" y="457915"/>
                </a:lnTo>
                <a:lnTo>
                  <a:pt x="537880" y="474088"/>
                </a:lnTo>
                <a:lnTo>
                  <a:pt x="541088" y="490332"/>
                </a:lnTo>
                <a:lnTo>
                  <a:pt x="543950" y="506642"/>
                </a:lnTo>
                <a:lnTo>
                  <a:pt x="546464" y="523008"/>
                </a:lnTo>
                <a:lnTo>
                  <a:pt x="548629" y="539424"/>
                </a:lnTo>
                <a:lnTo>
                  <a:pt x="550443" y="555883"/>
                </a:lnTo>
                <a:lnTo>
                  <a:pt x="551907" y="572377"/>
                </a:lnTo>
                <a:lnTo>
                  <a:pt x="553019" y="588898"/>
                </a:lnTo>
                <a:lnTo>
                  <a:pt x="553778" y="605439"/>
                </a:lnTo>
                <a:lnTo>
                  <a:pt x="554185" y="621992"/>
                </a:lnTo>
                <a:lnTo>
                  <a:pt x="554239" y="638550"/>
                </a:lnTo>
                <a:lnTo>
                  <a:pt x="553941" y="655106"/>
                </a:lnTo>
                <a:lnTo>
                  <a:pt x="553290" y="671652"/>
                </a:lnTo>
                <a:lnTo>
                  <a:pt x="552286" y="688180"/>
                </a:lnTo>
                <a:lnTo>
                  <a:pt x="550931" y="704682"/>
                </a:lnTo>
                <a:lnTo>
                  <a:pt x="549225" y="721153"/>
                </a:lnTo>
                <a:lnTo>
                  <a:pt x="547168" y="737583"/>
                </a:lnTo>
                <a:lnTo>
                  <a:pt x="544761" y="753965"/>
                </a:lnTo>
                <a:lnTo>
                  <a:pt x="542006" y="770293"/>
                </a:lnTo>
                <a:lnTo>
                  <a:pt x="538904" y="786558"/>
                </a:lnTo>
                <a:lnTo>
                  <a:pt x="153480" y="708784"/>
                </a:lnTo>
                <a:lnTo>
                  <a:pt x="155013" y="700747"/>
                </a:lnTo>
                <a:lnTo>
                  <a:pt x="156375" y="692679"/>
                </a:lnTo>
                <a:lnTo>
                  <a:pt x="157564" y="684584"/>
                </a:lnTo>
                <a:lnTo>
                  <a:pt x="158580" y="676466"/>
                </a:lnTo>
                <a:lnTo>
                  <a:pt x="159423" y="668328"/>
                </a:lnTo>
                <a:lnTo>
                  <a:pt x="160093" y="660173"/>
                </a:lnTo>
                <a:lnTo>
                  <a:pt x="160589" y="652007"/>
                </a:lnTo>
                <a:lnTo>
                  <a:pt x="160911" y="643831"/>
                </a:lnTo>
                <a:lnTo>
                  <a:pt x="161058" y="635651"/>
                </a:lnTo>
                <a:lnTo>
                  <a:pt x="161031" y="627469"/>
                </a:lnTo>
                <a:lnTo>
                  <a:pt x="160830" y="619290"/>
                </a:lnTo>
                <a:lnTo>
                  <a:pt x="160455" y="611116"/>
                </a:lnTo>
                <a:lnTo>
                  <a:pt x="159906" y="602953"/>
                </a:lnTo>
                <a:lnTo>
                  <a:pt x="159182" y="594803"/>
                </a:lnTo>
                <a:lnTo>
                  <a:pt x="158286" y="586671"/>
                </a:lnTo>
                <a:lnTo>
                  <a:pt x="157216" y="578559"/>
                </a:lnTo>
                <a:lnTo>
                  <a:pt x="155974" y="570472"/>
                </a:lnTo>
                <a:lnTo>
                  <a:pt x="154560" y="562414"/>
                </a:lnTo>
                <a:lnTo>
                  <a:pt x="152974" y="554387"/>
                </a:lnTo>
                <a:lnTo>
                  <a:pt x="151218" y="546396"/>
                </a:lnTo>
                <a:lnTo>
                  <a:pt x="149292" y="538444"/>
                </a:lnTo>
                <a:lnTo>
                  <a:pt x="147197" y="530535"/>
                </a:lnTo>
                <a:lnTo>
                  <a:pt x="144934" y="522672"/>
                </a:lnTo>
                <a:lnTo>
                  <a:pt x="142505" y="514860"/>
                </a:lnTo>
                <a:lnTo>
                  <a:pt x="139909" y="507101"/>
                </a:lnTo>
                <a:lnTo>
                  <a:pt x="137148" y="499399"/>
                </a:lnTo>
                <a:lnTo>
                  <a:pt x="134224" y="491757"/>
                </a:lnTo>
                <a:lnTo>
                  <a:pt x="131138" y="484180"/>
                </a:lnTo>
                <a:lnTo>
                  <a:pt x="127891" y="476670"/>
                </a:lnTo>
                <a:lnTo>
                  <a:pt x="124485" y="469230"/>
                </a:lnTo>
                <a:lnTo>
                  <a:pt x="120922" y="461866"/>
                </a:lnTo>
                <a:lnTo>
                  <a:pt x="117202" y="454578"/>
                </a:lnTo>
                <a:lnTo>
                  <a:pt x="113328" y="447372"/>
                </a:lnTo>
                <a:lnTo>
                  <a:pt x="109301" y="440250"/>
                </a:lnTo>
                <a:lnTo>
                  <a:pt x="105123" y="433215"/>
                </a:lnTo>
                <a:lnTo>
                  <a:pt x="100796" y="426271"/>
                </a:lnTo>
                <a:lnTo>
                  <a:pt x="96323" y="419420"/>
                </a:lnTo>
                <a:lnTo>
                  <a:pt x="91704" y="412667"/>
                </a:lnTo>
                <a:lnTo>
                  <a:pt x="86943" y="406013"/>
                </a:lnTo>
                <a:lnTo>
                  <a:pt x="82041" y="399462"/>
                </a:lnTo>
                <a:lnTo>
                  <a:pt x="77001" y="393017"/>
                </a:lnTo>
                <a:lnTo>
                  <a:pt x="71824" y="386681"/>
                </a:lnTo>
                <a:lnTo>
                  <a:pt x="66514" y="380457"/>
                </a:lnTo>
                <a:lnTo>
                  <a:pt x="61072" y="374347"/>
                </a:lnTo>
                <a:lnTo>
                  <a:pt x="55502" y="368355"/>
                </a:lnTo>
                <a:lnTo>
                  <a:pt x="49805" y="362482"/>
                </a:lnTo>
                <a:lnTo>
                  <a:pt x="43984" y="356732"/>
                </a:lnTo>
                <a:lnTo>
                  <a:pt x="38042" y="351108"/>
                </a:lnTo>
                <a:lnTo>
                  <a:pt x="31981" y="345611"/>
                </a:lnTo>
                <a:lnTo>
                  <a:pt x="25805" y="340245"/>
                </a:lnTo>
                <a:lnTo>
                  <a:pt x="19516" y="335012"/>
                </a:lnTo>
                <a:lnTo>
                  <a:pt x="13117" y="329914"/>
                </a:lnTo>
                <a:lnTo>
                  <a:pt x="6610" y="324953"/>
                </a:lnTo>
                <a:lnTo>
                  <a:pt x="0" y="320132"/>
                </a:lnTo>
                <a:close/>
              </a:path>
            </a:pathLst>
          </a:custGeom>
          <a:solidFill>
            <a:srgbClr val="B8D8E9"/>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514507" y="3149060"/>
            <a:ext cx="393099" cy="466720"/>
          </a:xfrm>
          <a:custGeom>
            <a:avLst/>
            <a:gdLst/>
            <a:ahLst/>
            <a:cxnLst/>
            <a:rect l="l" t="t" r="r" b="b"/>
            <a:pathLst>
              <a:path w="393099" h="466720">
                <a:moveTo>
                  <a:pt x="302615" y="0"/>
                </a:moveTo>
                <a:lnTo>
                  <a:pt x="314263" y="8404"/>
                </a:lnTo>
                <a:lnTo>
                  <a:pt x="325818" y="16936"/>
                </a:lnTo>
                <a:lnTo>
                  <a:pt x="337277" y="25596"/>
                </a:lnTo>
                <a:lnTo>
                  <a:pt x="348640" y="34382"/>
                </a:lnTo>
                <a:lnTo>
                  <a:pt x="359905" y="43293"/>
                </a:lnTo>
                <a:lnTo>
                  <a:pt x="371071" y="52328"/>
                </a:lnTo>
                <a:lnTo>
                  <a:pt x="382136" y="61486"/>
                </a:lnTo>
                <a:lnTo>
                  <a:pt x="393099" y="70765"/>
                </a:lnTo>
                <a:lnTo>
                  <a:pt x="54163" y="466720"/>
                </a:lnTo>
                <a:lnTo>
                  <a:pt x="47601" y="461166"/>
                </a:lnTo>
                <a:lnTo>
                  <a:pt x="40977" y="455684"/>
                </a:lnTo>
                <a:lnTo>
                  <a:pt x="34293" y="450275"/>
                </a:lnTo>
                <a:lnTo>
                  <a:pt x="27550" y="444941"/>
                </a:lnTo>
                <a:lnTo>
                  <a:pt x="20749" y="439682"/>
                </a:lnTo>
                <a:lnTo>
                  <a:pt x="13889" y="434499"/>
                </a:lnTo>
                <a:lnTo>
                  <a:pt x="6973" y="429391"/>
                </a:lnTo>
                <a:lnTo>
                  <a:pt x="0" y="424361"/>
                </a:lnTo>
                <a:close/>
              </a:path>
            </a:pathLst>
          </a:custGeom>
          <a:solidFill>
            <a:srgbClr val="D7E9F2"/>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3568670" y="3219825"/>
            <a:ext cx="790159" cy="934866"/>
          </a:xfrm>
          <a:custGeom>
            <a:avLst/>
            <a:gdLst/>
            <a:ahLst/>
            <a:cxnLst/>
            <a:rect l="l" t="t" r="r" b="b"/>
            <a:pathLst>
              <a:path w="790159" h="934866">
                <a:moveTo>
                  <a:pt x="338936" y="0"/>
                </a:moveTo>
                <a:lnTo>
                  <a:pt x="359423" y="17913"/>
                </a:lnTo>
                <a:lnTo>
                  <a:pt x="379531" y="36251"/>
                </a:lnTo>
                <a:lnTo>
                  <a:pt x="399250" y="55007"/>
                </a:lnTo>
                <a:lnTo>
                  <a:pt x="418572" y="74172"/>
                </a:lnTo>
                <a:lnTo>
                  <a:pt x="437488" y="93737"/>
                </a:lnTo>
                <a:lnTo>
                  <a:pt x="455989" y="113695"/>
                </a:lnTo>
                <a:lnTo>
                  <a:pt x="474069" y="134036"/>
                </a:lnTo>
                <a:lnTo>
                  <a:pt x="491718" y="154752"/>
                </a:lnTo>
                <a:lnTo>
                  <a:pt x="508929" y="175833"/>
                </a:lnTo>
                <a:lnTo>
                  <a:pt x="525694" y="197270"/>
                </a:lnTo>
                <a:lnTo>
                  <a:pt x="542006" y="219053"/>
                </a:lnTo>
                <a:lnTo>
                  <a:pt x="557858" y="241174"/>
                </a:lnTo>
                <a:lnTo>
                  <a:pt x="573244" y="263622"/>
                </a:lnTo>
                <a:lnTo>
                  <a:pt x="588155" y="286387"/>
                </a:lnTo>
                <a:lnTo>
                  <a:pt x="602586" y="309460"/>
                </a:lnTo>
                <a:lnTo>
                  <a:pt x="616530" y="332831"/>
                </a:lnTo>
                <a:lnTo>
                  <a:pt x="629981" y="356488"/>
                </a:lnTo>
                <a:lnTo>
                  <a:pt x="642934" y="380423"/>
                </a:lnTo>
                <a:lnTo>
                  <a:pt x="655382" y="404623"/>
                </a:lnTo>
                <a:lnTo>
                  <a:pt x="667320" y="429079"/>
                </a:lnTo>
                <a:lnTo>
                  <a:pt x="678743" y="453780"/>
                </a:lnTo>
                <a:lnTo>
                  <a:pt x="689646" y="478715"/>
                </a:lnTo>
                <a:lnTo>
                  <a:pt x="700024" y="503873"/>
                </a:lnTo>
                <a:lnTo>
                  <a:pt x="709872" y="529242"/>
                </a:lnTo>
                <a:lnTo>
                  <a:pt x="719187" y="554813"/>
                </a:lnTo>
                <a:lnTo>
                  <a:pt x="727963" y="580573"/>
                </a:lnTo>
                <a:lnTo>
                  <a:pt x="736198" y="606512"/>
                </a:lnTo>
                <a:lnTo>
                  <a:pt x="743887" y="632617"/>
                </a:lnTo>
                <a:lnTo>
                  <a:pt x="751028" y="658878"/>
                </a:lnTo>
                <a:lnTo>
                  <a:pt x="757616" y="685283"/>
                </a:lnTo>
                <a:lnTo>
                  <a:pt x="763650" y="711820"/>
                </a:lnTo>
                <a:lnTo>
                  <a:pt x="769126" y="738478"/>
                </a:lnTo>
                <a:lnTo>
                  <a:pt x="774042" y="765244"/>
                </a:lnTo>
                <a:lnTo>
                  <a:pt x="778397" y="792108"/>
                </a:lnTo>
                <a:lnTo>
                  <a:pt x="782187" y="819057"/>
                </a:lnTo>
                <a:lnTo>
                  <a:pt x="785412" y="846079"/>
                </a:lnTo>
                <a:lnTo>
                  <a:pt x="788069" y="873164"/>
                </a:lnTo>
                <a:lnTo>
                  <a:pt x="790159" y="900298"/>
                </a:lnTo>
                <a:lnTo>
                  <a:pt x="270098" y="934866"/>
                </a:lnTo>
                <a:lnTo>
                  <a:pt x="268847" y="918623"/>
                </a:lnTo>
                <a:lnTo>
                  <a:pt x="267257" y="902411"/>
                </a:lnTo>
                <a:lnTo>
                  <a:pt x="265326" y="886236"/>
                </a:lnTo>
                <a:lnTo>
                  <a:pt x="263058" y="870104"/>
                </a:lnTo>
                <a:lnTo>
                  <a:pt x="260451" y="854024"/>
                </a:lnTo>
                <a:lnTo>
                  <a:pt x="257508" y="838002"/>
                </a:lnTo>
                <a:lnTo>
                  <a:pt x="254230" y="822045"/>
                </a:lnTo>
                <a:lnTo>
                  <a:pt x="250619" y="806160"/>
                </a:lnTo>
                <a:lnTo>
                  <a:pt x="246675" y="790354"/>
                </a:lnTo>
                <a:lnTo>
                  <a:pt x="242401" y="774635"/>
                </a:lnTo>
                <a:lnTo>
                  <a:pt x="237798" y="759008"/>
                </a:lnTo>
                <a:lnTo>
                  <a:pt x="232869" y="743481"/>
                </a:lnTo>
                <a:lnTo>
                  <a:pt x="227615" y="728062"/>
                </a:lnTo>
                <a:lnTo>
                  <a:pt x="222040" y="712755"/>
                </a:lnTo>
                <a:lnTo>
                  <a:pt x="216144" y="697569"/>
                </a:lnTo>
                <a:lnTo>
                  <a:pt x="209932" y="682510"/>
                </a:lnTo>
                <a:lnTo>
                  <a:pt x="203406" y="667584"/>
                </a:lnTo>
                <a:lnTo>
                  <a:pt x="196568" y="652798"/>
                </a:lnTo>
                <a:lnTo>
                  <a:pt x="189422" y="638159"/>
                </a:lnTo>
                <a:lnTo>
                  <a:pt x="181971" y="623673"/>
                </a:lnTo>
                <a:lnTo>
                  <a:pt x="174217" y="609346"/>
                </a:lnTo>
                <a:lnTo>
                  <a:pt x="166166" y="595185"/>
                </a:lnTo>
                <a:lnTo>
                  <a:pt x="157819" y="581195"/>
                </a:lnTo>
                <a:lnTo>
                  <a:pt x="149181" y="567384"/>
                </a:lnTo>
                <a:lnTo>
                  <a:pt x="140255" y="553757"/>
                </a:lnTo>
                <a:lnTo>
                  <a:pt x="131045" y="540320"/>
                </a:lnTo>
                <a:lnTo>
                  <a:pt x="121556" y="527078"/>
                </a:lnTo>
                <a:lnTo>
                  <a:pt x="111792" y="514039"/>
                </a:lnTo>
                <a:lnTo>
                  <a:pt x="101756" y="501207"/>
                </a:lnTo>
                <a:lnTo>
                  <a:pt x="91454" y="488588"/>
                </a:lnTo>
                <a:lnTo>
                  <a:pt x="80889" y="476188"/>
                </a:lnTo>
                <a:lnTo>
                  <a:pt x="70067" y="464012"/>
                </a:lnTo>
                <a:lnTo>
                  <a:pt x="58992" y="452066"/>
                </a:lnTo>
                <a:lnTo>
                  <a:pt x="47670" y="440354"/>
                </a:lnTo>
                <a:lnTo>
                  <a:pt x="36104" y="428882"/>
                </a:lnTo>
                <a:lnTo>
                  <a:pt x="24300" y="417655"/>
                </a:lnTo>
                <a:lnTo>
                  <a:pt x="12264" y="406678"/>
                </a:lnTo>
                <a:lnTo>
                  <a:pt x="0" y="395955"/>
                </a:lnTo>
                <a:close/>
              </a:path>
            </a:pathLst>
          </a:custGeom>
          <a:solidFill>
            <a:srgbClr val="D7E9F2"/>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3825123" y="4120123"/>
            <a:ext cx="536565" cy="342952"/>
          </a:xfrm>
          <a:custGeom>
            <a:avLst/>
            <a:gdLst/>
            <a:ahLst/>
            <a:cxnLst/>
            <a:rect l="l" t="t" r="r" b="b"/>
            <a:pathLst>
              <a:path w="536565" h="342952">
                <a:moveTo>
                  <a:pt x="533706" y="0"/>
                </a:moveTo>
                <a:lnTo>
                  <a:pt x="535294" y="28682"/>
                </a:lnTo>
                <a:lnTo>
                  <a:pt x="536247" y="57392"/>
                </a:lnTo>
                <a:lnTo>
                  <a:pt x="536565" y="86117"/>
                </a:lnTo>
                <a:lnTo>
                  <a:pt x="536247" y="114841"/>
                </a:lnTo>
                <a:lnTo>
                  <a:pt x="535294" y="143551"/>
                </a:lnTo>
                <a:lnTo>
                  <a:pt x="533706" y="172233"/>
                </a:lnTo>
                <a:lnTo>
                  <a:pt x="531483" y="200873"/>
                </a:lnTo>
                <a:lnTo>
                  <a:pt x="528628" y="229457"/>
                </a:lnTo>
                <a:lnTo>
                  <a:pt x="525141" y="257971"/>
                </a:lnTo>
                <a:lnTo>
                  <a:pt x="521025" y="286401"/>
                </a:lnTo>
                <a:lnTo>
                  <a:pt x="516280" y="314732"/>
                </a:lnTo>
                <a:lnTo>
                  <a:pt x="510910" y="342952"/>
                </a:lnTo>
                <a:lnTo>
                  <a:pt x="0" y="239856"/>
                </a:lnTo>
                <a:lnTo>
                  <a:pt x="3214" y="222964"/>
                </a:lnTo>
                <a:lnTo>
                  <a:pt x="6055" y="206005"/>
                </a:lnTo>
                <a:lnTo>
                  <a:pt x="8519" y="188987"/>
                </a:lnTo>
                <a:lnTo>
                  <a:pt x="10606" y="171919"/>
                </a:lnTo>
                <a:lnTo>
                  <a:pt x="12315" y="154809"/>
                </a:lnTo>
                <a:lnTo>
                  <a:pt x="13645" y="137665"/>
                </a:lnTo>
                <a:lnTo>
                  <a:pt x="14596" y="120496"/>
                </a:lnTo>
                <a:lnTo>
                  <a:pt x="15166" y="103311"/>
                </a:lnTo>
                <a:lnTo>
                  <a:pt x="15357" y="86117"/>
                </a:lnTo>
                <a:lnTo>
                  <a:pt x="15166" y="68922"/>
                </a:lnTo>
                <a:lnTo>
                  <a:pt x="14596" y="51737"/>
                </a:lnTo>
                <a:lnTo>
                  <a:pt x="13645" y="34568"/>
                </a:lnTo>
                <a:close/>
              </a:path>
            </a:pathLst>
          </a:custGeom>
          <a:solidFill>
            <a:srgbClr val="D7E9F2"/>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3286219" y="3149060"/>
            <a:ext cx="530903" cy="744493"/>
          </a:xfrm>
          <a:prstGeom prst="line">
            <a:avLst/>
          </a:prstGeom>
          <a:ln w="20320">
            <a:solidFill>
              <a:srgbClr val="0072B2"/>
            </a:solidFill>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3180300" y="4282205"/>
            <a:ext cx="644823" cy="664289"/>
          </a:xfrm>
          <a:custGeom>
            <a:avLst/>
            <a:gdLst/>
            <a:ahLst/>
            <a:cxnLst/>
            <a:rect l="l" t="t" r="r" b="b"/>
            <a:pathLst>
              <a:path w="644823" h="664289">
                <a:moveTo>
                  <a:pt x="644823" y="77774"/>
                </a:moveTo>
                <a:lnTo>
                  <a:pt x="641386" y="93920"/>
                </a:lnTo>
                <a:lnTo>
                  <a:pt x="637607" y="109989"/>
                </a:lnTo>
                <a:lnTo>
                  <a:pt x="633488" y="125974"/>
                </a:lnTo>
                <a:lnTo>
                  <a:pt x="629030" y="141868"/>
                </a:lnTo>
                <a:lnTo>
                  <a:pt x="624235" y="157664"/>
                </a:lnTo>
                <a:lnTo>
                  <a:pt x="619106" y="173354"/>
                </a:lnTo>
                <a:lnTo>
                  <a:pt x="613645" y="188932"/>
                </a:lnTo>
                <a:lnTo>
                  <a:pt x="607855" y="204391"/>
                </a:lnTo>
                <a:lnTo>
                  <a:pt x="601737" y="219723"/>
                </a:lnTo>
                <a:lnTo>
                  <a:pt x="595296" y="234922"/>
                </a:lnTo>
                <a:lnTo>
                  <a:pt x="588533" y="249980"/>
                </a:lnTo>
                <a:lnTo>
                  <a:pt x="581451" y="264891"/>
                </a:lnTo>
                <a:lnTo>
                  <a:pt x="574055" y="279649"/>
                </a:lnTo>
                <a:lnTo>
                  <a:pt x="566347" y="294246"/>
                </a:lnTo>
                <a:lnTo>
                  <a:pt x="558330" y="308677"/>
                </a:lnTo>
                <a:lnTo>
                  <a:pt x="550009" y="322933"/>
                </a:lnTo>
                <a:lnTo>
                  <a:pt x="541387" y="337010"/>
                </a:lnTo>
                <a:lnTo>
                  <a:pt x="532468" y="350901"/>
                </a:lnTo>
                <a:lnTo>
                  <a:pt x="523256" y="364599"/>
                </a:lnTo>
                <a:lnTo>
                  <a:pt x="513755" y="378098"/>
                </a:lnTo>
                <a:lnTo>
                  <a:pt x="503970" y="391392"/>
                </a:lnTo>
                <a:lnTo>
                  <a:pt x="493904" y="404476"/>
                </a:lnTo>
                <a:lnTo>
                  <a:pt x="483563" y="417343"/>
                </a:lnTo>
                <a:lnTo>
                  <a:pt x="472951" y="429987"/>
                </a:lnTo>
                <a:lnTo>
                  <a:pt x="462073" y="442403"/>
                </a:lnTo>
                <a:lnTo>
                  <a:pt x="450934" y="454586"/>
                </a:lnTo>
                <a:lnTo>
                  <a:pt x="439538" y="466529"/>
                </a:lnTo>
                <a:lnTo>
                  <a:pt x="427891" y="478227"/>
                </a:lnTo>
                <a:lnTo>
                  <a:pt x="415999" y="489675"/>
                </a:lnTo>
                <a:lnTo>
                  <a:pt x="403866" y="500869"/>
                </a:lnTo>
                <a:lnTo>
                  <a:pt x="391498" y="511802"/>
                </a:lnTo>
                <a:lnTo>
                  <a:pt x="378901" y="522470"/>
                </a:lnTo>
                <a:lnTo>
                  <a:pt x="366080" y="532867"/>
                </a:lnTo>
                <a:lnTo>
                  <a:pt x="353041" y="542991"/>
                </a:lnTo>
                <a:lnTo>
                  <a:pt x="339790" y="552835"/>
                </a:lnTo>
                <a:lnTo>
                  <a:pt x="326333" y="562395"/>
                </a:lnTo>
                <a:lnTo>
                  <a:pt x="312676" y="571668"/>
                </a:lnTo>
                <a:lnTo>
                  <a:pt x="298825" y="580648"/>
                </a:lnTo>
                <a:lnTo>
                  <a:pt x="284786" y="589332"/>
                </a:lnTo>
                <a:lnTo>
                  <a:pt x="270566" y="597717"/>
                </a:lnTo>
                <a:lnTo>
                  <a:pt x="256172" y="605797"/>
                </a:lnTo>
                <a:lnTo>
                  <a:pt x="241609" y="613569"/>
                </a:lnTo>
                <a:lnTo>
                  <a:pt x="226884" y="621031"/>
                </a:lnTo>
                <a:lnTo>
                  <a:pt x="212004" y="628178"/>
                </a:lnTo>
                <a:lnTo>
                  <a:pt x="196976" y="635008"/>
                </a:lnTo>
                <a:lnTo>
                  <a:pt x="181806" y="641517"/>
                </a:lnTo>
                <a:lnTo>
                  <a:pt x="166501" y="647702"/>
                </a:lnTo>
                <a:lnTo>
                  <a:pt x="151068" y="653561"/>
                </a:lnTo>
                <a:lnTo>
                  <a:pt x="135514" y="659091"/>
                </a:lnTo>
                <a:lnTo>
                  <a:pt x="119847" y="664289"/>
                </a:lnTo>
                <a:lnTo>
                  <a:pt x="0" y="289807"/>
                </a:lnTo>
                <a:lnTo>
                  <a:pt x="7741" y="287239"/>
                </a:lnTo>
                <a:lnTo>
                  <a:pt x="15427" y="284506"/>
                </a:lnTo>
                <a:lnTo>
                  <a:pt x="23052" y="281612"/>
                </a:lnTo>
                <a:lnTo>
                  <a:pt x="30615" y="278555"/>
                </a:lnTo>
                <a:lnTo>
                  <a:pt x="38110" y="275339"/>
                </a:lnTo>
                <a:lnTo>
                  <a:pt x="45536" y="271964"/>
                </a:lnTo>
                <a:lnTo>
                  <a:pt x="52888" y="268433"/>
                </a:lnTo>
                <a:lnTo>
                  <a:pt x="60164" y="264746"/>
                </a:lnTo>
                <a:lnTo>
                  <a:pt x="67360" y="260905"/>
                </a:lnTo>
                <a:lnTo>
                  <a:pt x="74473" y="256913"/>
                </a:lnTo>
                <a:lnTo>
                  <a:pt x="81499" y="252770"/>
                </a:lnTo>
                <a:lnTo>
                  <a:pt x="88436" y="248479"/>
                </a:lnTo>
                <a:lnTo>
                  <a:pt x="95280" y="244042"/>
                </a:lnTo>
                <a:lnTo>
                  <a:pt x="102028" y="239460"/>
                </a:lnTo>
                <a:lnTo>
                  <a:pt x="108677" y="234736"/>
                </a:lnTo>
                <a:lnTo>
                  <a:pt x="115225" y="229872"/>
                </a:lnTo>
                <a:lnTo>
                  <a:pt x="121668" y="224870"/>
                </a:lnTo>
                <a:lnTo>
                  <a:pt x="128003" y="219732"/>
                </a:lnTo>
                <a:lnTo>
                  <a:pt x="134227" y="214461"/>
                </a:lnTo>
                <a:lnTo>
                  <a:pt x="140338" y="209058"/>
                </a:lnTo>
                <a:lnTo>
                  <a:pt x="146334" y="203528"/>
                </a:lnTo>
                <a:lnTo>
                  <a:pt x="152210" y="197871"/>
                </a:lnTo>
                <a:lnTo>
                  <a:pt x="157965" y="192091"/>
                </a:lnTo>
                <a:lnTo>
                  <a:pt x="163595" y="186189"/>
                </a:lnTo>
                <a:lnTo>
                  <a:pt x="169100" y="180170"/>
                </a:lnTo>
                <a:lnTo>
                  <a:pt x="174475" y="174035"/>
                </a:lnTo>
                <a:lnTo>
                  <a:pt x="179718" y="167787"/>
                </a:lnTo>
                <a:lnTo>
                  <a:pt x="184828" y="161429"/>
                </a:lnTo>
                <a:lnTo>
                  <a:pt x="189802" y="154964"/>
                </a:lnTo>
                <a:lnTo>
                  <a:pt x="194637" y="148395"/>
                </a:lnTo>
                <a:lnTo>
                  <a:pt x="199331" y="141725"/>
                </a:lnTo>
                <a:lnTo>
                  <a:pt x="203883" y="134957"/>
                </a:lnTo>
                <a:lnTo>
                  <a:pt x="208290" y="128093"/>
                </a:lnTo>
                <a:lnTo>
                  <a:pt x="212550" y="121137"/>
                </a:lnTo>
                <a:lnTo>
                  <a:pt x="216662" y="114093"/>
                </a:lnTo>
                <a:lnTo>
                  <a:pt x="220623" y="106963"/>
                </a:lnTo>
                <a:lnTo>
                  <a:pt x="224432" y="99750"/>
                </a:lnTo>
                <a:lnTo>
                  <a:pt x="228086" y="92458"/>
                </a:lnTo>
                <a:lnTo>
                  <a:pt x="231585" y="85090"/>
                </a:lnTo>
                <a:lnTo>
                  <a:pt x="234927" y="77649"/>
                </a:lnTo>
                <a:lnTo>
                  <a:pt x="238110" y="70139"/>
                </a:lnTo>
                <a:lnTo>
                  <a:pt x="241133" y="62564"/>
                </a:lnTo>
                <a:lnTo>
                  <a:pt x="243994" y="54925"/>
                </a:lnTo>
                <a:lnTo>
                  <a:pt x="246693" y="47228"/>
                </a:lnTo>
                <a:lnTo>
                  <a:pt x="249227" y="39475"/>
                </a:lnTo>
                <a:lnTo>
                  <a:pt x="251596" y="31670"/>
                </a:lnTo>
                <a:lnTo>
                  <a:pt x="253799" y="23816"/>
                </a:lnTo>
                <a:lnTo>
                  <a:pt x="255834" y="15918"/>
                </a:lnTo>
                <a:lnTo>
                  <a:pt x="257701" y="7978"/>
                </a:lnTo>
                <a:lnTo>
                  <a:pt x="259399" y="0"/>
                </a:lnTo>
                <a:close/>
              </a:path>
            </a:pathLst>
          </a:custGeom>
          <a:solidFill>
            <a:srgbClr val="D5C9E3"/>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758092" y="4359979"/>
            <a:ext cx="577941" cy="428052"/>
          </a:xfrm>
          <a:custGeom>
            <a:avLst/>
            <a:gdLst/>
            <a:ahLst/>
            <a:cxnLst/>
            <a:rect l="l" t="t" r="r" b="b"/>
            <a:pathLst>
              <a:path w="577941" h="428052">
                <a:moveTo>
                  <a:pt x="577941" y="103096"/>
                </a:moveTo>
                <a:lnTo>
                  <a:pt x="571948" y="131190"/>
                </a:lnTo>
                <a:lnTo>
                  <a:pt x="565334" y="159145"/>
                </a:lnTo>
                <a:lnTo>
                  <a:pt x="558104" y="186946"/>
                </a:lnTo>
                <a:lnTo>
                  <a:pt x="550261" y="214581"/>
                </a:lnTo>
                <a:lnTo>
                  <a:pt x="541808" y="242035"/>
                </a:lnTo>
                <a:lnTo>
                  <a:pt x="532750" y="269296"/>
                </a:lnTo>
                <a:lnTo>
                  <a:pt x="523091" y="296349"/>
                </a:lnTo>
                <a:lnTo>
                  <a:pt x="512836" y="323183"/>
                </a:lnTo>
                <a:lnTo>
                  <a:pt x="501990" y="349782"/>
                </a:lnTo>
                <a:lnTo>
                  <a:pt x="490559" y="376136"/>
                </a:lnTo>
                <a:lnTo>
                  <a:pt x="478546" y="402230"/>
                </a:lnTo>
                <a:lnTo>
                  <a:pt x="465960" y="428052"/>
                </a:lnTo>
                <a:lnTo>
                  <a:pt x="0" y="194516"/>
                </a:lnTo>
                <a:lnTo>
                  <a:pt x="7534" y="179059"/>
                </a:lnTo>
                <a:lnTo>
                  <a:pt x="14725" y="163439"/>
                </a:lnTo>
                <a:lnTo>
                  <a:pt x="21568" y="147664"/>
                </a:lnTo>
                <a:lnTo>
                  <a:pt x="28060" y="131742"/>
                </a:lnTo>
                <a:lnTo>
                  <a:pt x="34198" y="115680"/>
                </a:lnTo>
                <a:lnTo>
                  <a:pt x="39980" y="99486"/>
                </a:lnTo>
                <a:lnTo>
                  <a:pt x="45402" y="83168"/>
                </a:lnTo>
                <a:lnTo>
                  <a:pt x="50462" y="66734"/>
                </a:lnTo>
                <a:lnTo>
                  <a:pt x="55157" y="50192"/>
                </a:lnTo>
                <a:lnTo>
                  <a:pt x="59485" y="33550"/>
                </a:lnTo>
                <a:lnTo>
                  <a:pt x="63443" y="16817"/>
                </a:lnTo>
                <a:lnTo>
                  <a:pt x="67031"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642373" y="4554495"/>
            <a:ext cx="581679" cy="517726"/>
          </a:xfrm>
          <a:custGeom>
            <a:avLst/>
            <a:gdLst/>
            <a:ahLst/>
            <a:cxnLst/>
            <a:rect l="l" t="t" r="r" b="b"/>
            <a:pathLst>
              <a:path w="581679" h="517726">
                <a:moveTo>
                  <a:pt x="581679" y="233536"/>
                </a:moveTo>
                <a:lnTo>
                  <a:pt x="568525" y="259073"/>
                </a:lnTo>
                <a:lnTo>
                  <a:pt x="554808" y="284313"/>
                </a:lnTo>
                <a:lnTo>
                  <a:pt x="540537" y="309243"/>
                </a:lnTo>
                <a:lnTo>
                  <a:pt x="525718" y="333852"/>
                </a:lnTo>
                <a:lnTo>
                  <a:pt x="510358" y="358127"/>
                </a:lnTo>
                <a:lnTo>
                  <a:pt x="494465" y="382056"/>
                </a:lnTo>
                <a:lnTo>
                  <a:pt x="478046" y="405627"/>
                </a:lnTo>
                <a:lnTo>
                  <a:pt x="461110" y="428830"/>
                </a:lnTo>
                <a:lnTo>
                  <a:pt x="443664" y="451652"/>
                </a:lnTo>
                <a:lnTo>
                  <a:pt x="425718" y="474083"/>
                </a:lnTo>
                <a:lnTo>
                  <a:pt x="407281" y="496111"/>
                </a:lnTo>
                <a:lnTo>
                  <a:pt x="388360" y="517726"/>
                </a:lnTo>
                <a:lnTo>
                  <a:pt x="0" y="170113"/>
                </a:lnTo>
                <a:lnTo>
                  <a:pt x="11326" y="157175"/>
                </a:lnTo>
                <a:lnTo>
                  <a:pt x="22362" y="143989"/>
                </a:lnTo>
                <a:lnTo>
                  <a:pt x="33105" y="130562"/>
                </a:lnTo>
                <a:lnTo>
                  <a:pt x="43547" y="116901"/>
                </a:lnTo>
                <a:lnTo>
                  <a:pt x="53685" y="103012"/>
                </a:lnTo>
                <a:lnTo>
                  <a:pt x="63513" y="88903"/>
                </a:lnTo>
                <a:lnTo>
                  <a:pt x="73027" y="74579"/>
                </a:lnTo>
                <a:lnTo>
                  <a:pt x="82221" y="60048"/>
                </a:lnTo>
                <a:lnTo>
                  <a:pt x="91092" y="45318"/>
                </a:lnTo>
                <a:lnTo>
                  <a:pt x="99635" y="30395"/>
                </a:lnTo>
                <a:lnTo>
                  <a:pt x="107845" y="15286"/>
                </a:lnTo>
                <a:lnTo>
                  <a:pt x="115719"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542057" y="4724608"/>
            <a:ext cx="488676" cy="504429"/>
          </a:xfrm>
          <a:custGeom>
            <a:avLst/>
            <a:gdLst/>
            <a:ahLst/>
            <a:cxnLst/>
            <a:rect l="l" t="t" r="r" b="b"/>
            <a:pathLst>
              <a:path w="488676" h="504429">
                <a:moveTo>
                  <a:pt x="488676" y="347613"/>
                </a:moveTo>
                <a:lnTo>
                  <a:pt x="469282" y="368804"/>
                </a:lnTo>
                <a:lnTo>
                  <a:pt x="449424" y="389560"/>
                </a:lnTo>
                <a:lnTo>
                  <a:pt x="429111" y="409873"/>
                </a:lnTo>
                <a:lnTo>
                  <a:pt x="408355" y="429731"/>
                </a:lnTo>
                <a:lnTo>
                  <a:pt x="387164" y="449125"/>
                </a:lnTo>
                <a:lnTo>
                  <a:pt x="365549" y="468046"/>
                </a:lnTo>
                <a:lnTo>
                  <a:pt x="343521" y="486483"/>
                </a:lnTo>
                <a:lnTo>
                  <a:pt x="321090" y="504429"/>
                </a:lnTo>
                <a:lnTo>
                  <a:pt x="0" y="93870"/>
                </a:lnTo>
                <a:lnTo>
                  <a:pt x="13427" y="83127"/>
                </a:lnTo>
                <a:lnTo>
                  <a:pt x="26613" y="72091"/>
                </a:lnTo>
                <a:lnTo>
                  <a:pt x="39551" y="60765"/>
                </a:lnTo>
                <a:lnTo>
                  <a:pt x="52236" y="49156"/>
                </a:lnTo>
                <a:lnTo>
                  <a:pt x="64661" y="37269"/>
                </a:lnTo>
                <a:lnTo>
                  <a:pt x="76820" y="25110"/>
                </a:lnTo>
                <a:lnTo>
                  <a:pt x="88707" y="12685"/>
                </a:lnTo>
                <a:lnTo>
                  <a:pt x="100316"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300147" y="4818478"/>
            <a:ext cx="563000" cy="624422"/>
          </a:xfrm>
          <a:custGeom>
            <a:avLst/>
            <a:gdLst/>
            <a:ahLst/>
            <a:cxnLst/>
            <a:rect l="l" t="t" r="r" b="b"/>
            <a:pathLst>
              <a:path w="563000" h="624422">
                <a:moveTo>
                  <a:pt x="563000" y="410559"/>
                </a:moveTo>
                <a:lnTo>
                  <a:pt x="540178" y="428005"/>
                </a:lnTo>
                <a:lnTo>
                  <a:pt x="516975" y="444941"/>
                </a:lnTo>
                <a:lnTo>
                  <a:pt x="493404" y="461360"/>
                </a:lnTo>
                <a:lnTo>
                  <a:pt x="469475" y="477253"/>
                </a:lnTo>
                <a:lnTo>
                  <a:pt x="445200" y="492613"/>
                </a:lnTo>
                <a:lnTo>
                  <a:pt x="420591" y="507432"/>
                </a:lnTo>
                <a:lnTo>
                  <a:pt x="395661" y="521703"/>
                </a:lnTo>
                <a:lnTo>
                  <a:pt x="370421" y="535420"/>
                </a:lnTo>
                <a:lnTo>
                  <a:pt x="344884" y="548574"/>
                </a:lnTo>
                <a:lnTo>
                  <a:pt x="319062" y="561160"/>
                </a:lnTo>
                <a:lnTo>
                  <a:pt x="292968" y="573173"/>
                </a:lnTo>
                <a:lnTo>
                  <a:pt x="266614" y="584604"/>
                </a:lnTo>
                <a:lnTo>
                  <a:pt x="240015" y="595450"/>
                </a:lnTo>
                <a:lnTo>
                  <a:pt x="213181" y="605705"/>
                </a:lnTo>
                <a:lnTo>
                  <a:pt x="186128" y="615364"/>
                </a:lnTo>
                <a:lnTo>
                  <a:pt x="158867" y="624422"/>
                </a:lnTo>
                <a:lnTo>
                  <a:pt x="0" y="128016"/>
                </a:lnTo>
                <a:lnTo>
                  <a:pt x="16318" y="122594"/>
                </a:lnTo>
                <a:lnTo>
                  <a:pt x="32512" y="116812"/>
                </a:lnTo>
                <a:lnTo>
                  <a:pt x="48574" y="110674"/>
                </a:lnTo>
                <a:lnTo>
                  <a:pt x="64496" y="104182"/>
                </a:lnTo>
                <a:lnTo>
                  <a:pt x="80271" y="97339"/>
                </a:lnTo>
                <a:lnTo>
                  <a:pt x="95891" y="90148"/>
                </a:lnTo>
                <a:lnTo>
                  <a:pt x="111348" y="82614"/>
                </a:lnTo>
                <a:lnTo>
                  <a:pt x="126634" y="74740"/>
                </a:lnTo>
                <a:lnTo>
                  <a:pt x="141743" y="66530"/>
                </a:lnTo>
                <a:lnTo>
                  <a:pt x="156666" y="57987"/>
                </a:lnTo>
                <a:lnTo>
                  <a:pt x="171396" y="49116"/>
                </a:lnTo>
                <a:lnTo>
                  <a:pt x="185927" y="39922"/>
                </a:lnTo>
                <a:lnTo>
                  <a:pt x="200251" y="30408"/>
                </a:lnTo>
                <a:lnTo>
                  <a:pt x="214360" y="20580"/>
                </a:lnTo>
                <a:lnTo>
                  <a:pt x="228249" y="10442"/>
                </a:lnTo>
                <a:lnTo>
                  <a:pt x="241910"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3439699" y="4282205"/>
            <a:ext cx="896334" cy="180870"/>
          </a:xfrm>
          <a:prstGeom prst="line">
            <a:avLst/>
          </a:prstGeom>
          <a:ln w="20320">
            <a:solidFill>
              <a:srgbClr val="6A3D9A"/>
            </a:solidFill>
          </a:ln>
        </p:spPr>
        <p:style>
          <a:lnRef idx="2">
            <a:schemeClr val="accent1"/>
          </a:lnRef>
          <a:fillRef idx="0">
            <a:schemeClr val="accent1"/>
          </a:fillRef>
          <a:effectRef idx="1">
            <a:schemeClr val="accent1"/>
          </a:effectRef>
          <a:fontRef idx="minor">
            <a:schemeClr val="tx1"/>
          </a:fontRef>
        </p:style>
      </p:cxnSp>
      <p:sp>
        <p:nvSpPr>
          <p:cNvPr id="22" name="Freeform 21"/>
          <p:cNvSpPr/>
          <p:nvPr/>
        </p:nvSpPr>
        <p:spPr>
          <a:xfrm>
            <a:off x="2584422" y="4508757"/>
            <a:ext cx="715725" cy="474699"/>
          </a:xfrm>
          <a:custGeom>
            <a:avLst/>
            <a:gdLst/>
            <a:ahLst/>
            <a:cxnLst/>
            <a:rect l="l" t="t" r="r" b="b"/>
            <a:pathLst>
              <a:path w="715725" h="474699">
                <a:moveTo>
                  <a:pt x="715725" y="437737"/>
                </a:moveTo>
                <a:lnTo>
                  <a:pt x="700008" y="442584"/>
                </a:lnTo>
                <a:lnTo>
                  <a:pt x="684191" y="447098"/>
                </a:lnTo>
                <a:lnTo>
                  <a:pt x="668283" y="451276"/>
                </a:lnTo>
                <a:lnTo>
                  <a:pt x="652290" y="455116"/>
                </a:lnTo>
                <a:lnTo>
                  <a:pt x="636220" y="458618"/>
                </a:lnTo>
                <a:lnTo>
                  <a:pt x="620078" y="461778"/>
                </a:lnTo>
                <a:lnTo>
                  <a:pt x="603874" y="464596"/>
                </a:lnTo>
                <a:lnTo>
                  <a:pt x="587614" y="467070"/>
                </a:lnTo>
                <a:lnTo>
                  <a:pt x="571304" y="469200"/>
                </a:lnTo>
                <a:lnTo>
                  <a:pt x="554954" y="470984"/>
                </a:lnTo>
                <a:lnTo>
                  <a:pt x="538569" y="472422"/>
                </a:lnTo>
                <a:lnTo>
                  <a:pt x="522158" y="473513"/>
                </a:lnTo>
                <a:lnTo>
                  <a:pt x="505727" y="474257"/>
                </a:lnTo>
                <a:lnTo>
                  <a:pt x="489284" y="474652"/>
                </a:lnTo>
                <a:lnTo>
                  <a:pt x="472836" y="474699"/>
                </a:lnTo>
                <a:lnTo>
                  <a:pt x="456392" y="474399"/>
                </a:lnTo>
                <a:lnTo>
                  <a:pt x="439957" y="473750"/>
                </a:lnTo>
                <a:lnTo>
                  <a:pt x="423539" y="472754"/>
                </a:lnTo>
                <a:lnTo>
                  <a:pt x="407147" y="471411"/>
                </a:lnTo>
                <a:lnTo>
                  <a:pt x="390786" y="469721"/>
                </a:lnTo>
                <a:lnTo>
                  <a:pt x="374465" y="467685"/>
                </a:lnTo>
                <a:lnTo>
                  <a:pt x="358190" y="465305"/>
                </a:lnTo>
                <a:lnTo>
                  <a:pt x="341970" y="462580"/>
                </a:lnTo>
                <a:lnTo>
                  <a:pt x="325811" y="459513"/>
                </a:lnTo>
                <a:lnTo>
                  <a:pt x="309720" y="456105"/>
                </a:lnTo>
                <a:lnTo>
                  <a:pt x="293705" y="452357"/>
                </a:lnTo>
                <a:lnTo>
                  <a:pt x="277773" y="448271"/>
                </a:lnTo>
                <a:lnTo>
                  <a:pt x="261931" y="443849"/>
                </a:lnTo>
                <a:lnTo>
                  <a:pt x="246187" y="439092"/>
                </a:lnTo>
                <a:lnTo>
                  <a:pt x="230546" y="434004"/>
                </a:lnTo>
                <a:lnTo>
                  <a:pt x="215016" y="428585"/>
                </a:lnTo>
                <a:lnTo>
                  <a:pt x="199605" y="422839"/>
                </a:lnTo>
                <a:lnTo>
                  <a:pt x="184319" y="416769"/>
                </a:lnTo>
                <a:lnTo>
                  <a:pt x="169164" y="410376"/>
                </a:lnTo>
                <a:lnTo>
                  <a:pt x="154148" y="403664"/>
                </a:lnTo>
                <a:lnTo>
                  <a:pt x="139278" y="396636"/>
                </a:lnTo>
                <a:lnTo>
                  <a:pt x="124560" y="389294"/>
                </a:lnTo>
                <a:lnTo>
                  <a:pt x="110000" y="381643"/>
                </a:lnTo>
                <a:lnTo>
                  <a:pt x="95606" y="373686"/>
                </a:lnTo>
                <a:lnTo>
                  <a:pt x="81383" y="365425"/>
                </a:lnTo>
                <a:lnTo>
                  <a:pt x="67338" y="356866"/>
                </a:lnTo>
                <a:lnTo>
                  <a:pt x="53477" y="348011"/>
                </a:lnTo>
                <a:lnTo>
                  <a:pt x="39807" y="338865"/>
                </a:lnTo>
                <a:lnTo>
                  <a:pt x="26333" y="329432"/>
                </a:lnTo>
                <a:lnTo>
                  <a:pt x="13062" y="319716"/>
                </a:lnTo>
                <a:lnTo>
                  <a:pt x="0" y="309721"/>
                </a:lnTo>
                <a:lnTo>
                  <a:pt x="242225" y="0"/>
                </a:lnTo>
                <a:lnTo>
                  <a:pt x="248680" y="4939"/>
                </a:lnTo>
                <a:lnTo>
                  <a:pt x="255237" y="9740"/>
                </a:lnTo>
                <a:lnTo>
                  <a:pt x="261895" y="14401"/>
                </a:lnTo>
                <a:lnTo>
                  <a:pt x="268649" y="18920"/>
                </a:lnTo>
                <a:lnTo>
                  <a:pt x="275498" y="23295"/>
                </a:lnTo>
                <a:lnTo>
                  <a:pt x="282438" y="27525"/>
                </a:lnTo>
                <a:lnTo>
                  <a:pt x="289466" y="31606"/>
                </a:lnTo>
                <a:lnTo>
                  <a:pt x="296578" y="35538"/>
                </a:lnTo>
                <a:lnTo>
                  <a:pt x="303772" y="39319"/>
                </a:lnTo>
                <a:lnTo>
                  <a:pt x="311045" y="42946"/>
                </a:lnTo>
                <a:lnTo>
                  <a:pt x="318393" y="46419"/>
                </a:lnTo>
                <a:lnTo>
                  <a:pt x="325812" y="49736"/>
                </a:lnTo>
                <a:lnTo>
                  <a:pt x="333300" y="52894"/>
                </a:lnTo>
                <a:lnTo>
                  <a:pt x="340854" y="55894"/>
                </a:lnTo>
                <a:lnTo>
                  <a:pt x="348469" y="58733"/>
                </a:lnTo>
                <a:lnTo>
                  <a:pt x="356142" y="61411"/>
                </a:lnTo>
                <a:lnTo>
                  <a:pt x="363870" y="63925"/>
                </a:lnTo>
                <a:lnTo>
                  <a:pt x="371650" y="66275"/>
                </a:lnTo>
                <a:lnTo>
                  <a:pt x="379478" y="68460"/>
                </a:lnTo>
                <a:lnTo>
                  <a:pt x="387350" y="70479"/>
                </a:lnTo>
                <a:lnTo>
                  <a:pt x="395264" y="72331"/>
                </a:lnTo>
                <a:lnTo>
                  <a:pt x="403214" y="74015"/>
                </a:lnTo>
                <a:lnTo>
                  <a:pt x="411199" y="75531"/>
                </a:lnTo>
                <a:lnTo>
                  <a:pt x="419214" y="76877"/>
                </a:lnTo>
                <a:lnTo>
                  <a:pt x="427255" y="78053"/>
                </a:lnTo>
                <a:lnTo>
                  <a:pt x="435320" y="79059"/>
                </a:lnTo>
                <a:lnTo>
                  <a:pt x="443404" y="79894"/>
                </a:lnTo>
                <a:lnTo>
                  <a:pt x="451504" y="80558"/>
                </a:lnTo>
                <a:lnTo>
                  <a:pt x="459616" y="81050"/>
                </a:lnTo>
                <a:lnTo>
                  <a:pt x="467736" y="81371"/>
                </a:lnTo>
                <a:lnTo>
                  <a:pt x="475862" y="81519"/>
                </a:lnTo>
                <a:lnTo>
                  <a:pt x="483989" y="81496"/>
                </a:lnTo>
                <a:lnTo>
                  <a:pt x="492114" y="81300"/>
                </a:lnTo>
                <a:lnTo>
                  <a:pt x="500233" y="80933"/>
                </a:lnTo>
                <a:lnTo>
                  <a:pt x="508342" y="80394"/>
                </a:lnTo>
                <a:lnTo>
                  <a:pt x="516438" y="79683"/>
                </a:lnTo>
                <a:lnTo>
                  <a:pt x="524517" y="78802"/>
                </a:lnTo>
                <a:lnTo>
                  <a:pt x="532576" y="77749"/>
                </a:lnTo>
                <a:lnTo>
                  <a:pt x="540610" y="76527"/>
                </a:lnTo>
                <a:lnTo>
                  <a:pt x="548617" y="75134"/>
                </a:lnTo>
                <a:lnTo>
                  <a:pt x="556593" y="73573"/>
                </a:lnTo>
                <a:lnTo>
                  <a:pt x="564533" y="71843"/>
                </a:lnTo>
                <a:lnTo>
                  <a:pt x="572436" y="69945"/>
                </a:lnTo>
                <a:lnTo>
                  <a:pt x="580296" y="67881"/>
                </a:lnTo>
                <a:lnTo>
                  <a:pt x="588111" y="65651"/>
                </a:lnTo>
                <a:lnTo>
                  <a:pt x="595878" y="63255"/>
                </a:lnTo>
                <a:close/>
              </a:path>
            </a:pathLst>
          </a:custGeom>
          <a:solidFill>
            <a:srgbClr val="F6DB9E"/>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778310" y="4946494"/>
            <a:ext cx="680704" cy="558143"/>
          </a:xfrm>
          <a:custGeom>
            <a:avLst/>
            <a:gdLst/>
            <a:ahLst/>
            <a:cxnLst/>
            <a:rect l="l" t="t" r="r" b="b"/>
            <a:pathLst>
              <a:path w="680704" h="558143">
                <a:moveTo>
                  <a:pt x="680704" y="496406"/>
                </a:moveTo>
                <a:lnTo>
                  <a:pt x="654351" y="504533"/>
                </a:lnTo>
                <a:lnTo>
                  <a:pt x="627832" y="512097"/>
                </a:lnTo>
                <a:lnTo>
                  <a:pt x="601158" y="519097"/>
                </a:lnTo>
                <a:lnTo>
                  <a:pt x="574341" y="525529"/>
                </a:lnTo>
                <a:lnTo>
                  <a:pt x="547394" y="531390"/>
                </a:lnTo>
                <a:lnTo>
                  <a:pt x="520329" y="536677"/>
                </a:lnTo>
                <a:lnTo>
                  <a:pt x="493157" y="541388"/>
                </a:lnTo>
                <a:lnTo>
                  <a:pt x="465891" y="545522"/>
                </a:lnTo>
                <a:lnTo>
                  <a:pt x="438544" y="549075"/>
                </a:lnTo>
                <a:lnTo>
                  <a:pt x="411128" y="552046"/>
                </a:lnTo>
                <a:lnTo>
                  <a:pt x="383654" y="554435"/>
                </a:lnTo>
                <a:lnTo>
                  <a:pt x="356136" y="556240"/>
                </a:lnTo>
                <a:lnTo>
                  <a:pt x="328586" y="557459"/>
                </a:lnTo>
                <a:lnTo>
                  <a:pt x="301016" y="558094"/>
                </a:lnTo>
                <a:lnTo>
                  <a:pt x="273439" y="558143"/>
                </a:lnTo>
                <a:lnTo>
                  <a:pt x="245867" y="557606"/>
                </a:lnTo>
                <a:lnTo>
                  <a:pt x="218313" y="556483"/>
                </a:lnTo>
                <a:lnTo>
                  <a:pt x="190789" y="554776"/>
                </a:lnTo>
                <a:lnTo>
                  <a:pt x="163307" y="552485"/>
                </a:lnTo>
                <a:lnTo>
                  <a:pt x="135880" y="549610"/>
                </a:lnTo>
                <a:lnTo>
                  <a:pt x="108520" y="546154"/>
                </a:lnTo>
                <a:lnTo>
                  <a:pt x="81240" y="542117"/>
                </a:lnTo>
                <a:lnTo>
                  <a:pt x="54052" y="537502"/>
                </a:lnTo>
                <a:lnTo>
                  <a:pt x="26968" y="532311"/>
                </a:lnTo>
                <a:lnTo>
                  <a:pt x="0" y="526546"/>
                </a:lnTo>
                <a:lnTo>
                  <a:pt x="114373" y="18041"/>
                </a:lnTo>
                <a:lnTo>
                  <a:pt x="130516" y="21492"/>
                </a:lnTo>
                <a:lnTo>
                  <a:pt x="146728" y="24600"/>
                </a:lnTo>
                <a:lnTo>
                  <a:pt x="163003" y="27363"/>
                </a:lnTo>
                <a:lnTo>
                  <a:pt x="179332" y="29779"/>
                </a:lnTo>
                <a:lnTo>
                  <a:pt x="195710" y="31848"/>
                </a:lnTo>
                <a:lnTo>
                  <a:pt x="212127" y="33568"/>
                </a:lnTo>
                <a:lnTo>
                  <a:pt x="228578" y="34940"/>
                </a:lnTo>
                <a:lnTo>
                  <a:pt x="245053" y="35962"/>
                </a:lnTo>
                <a:lnTo>
                  <a:pt x="261547" y="36634"/>
                </a:lnTo>
                <a:lnTo>
                  <a:pt x="278051" y="36955"/>
                </a:lnTo>
                <a:lnTo>
                  <a:pt x="294559" y="36926"/>
                </a:lnTo>
                <a:lnTo>
                  <a:pt x="311062" y="36546"/>
                </a:lnTo>
                <a:lnTo>
                  <a:pt x="327553" y="35816"/>
                </a:lnTo>
                <a:lnTo>
                  <a:pt x="344025" y="34736"/>
                </a:lnTo>
                <a:lnTo>
                  <a:pt x="360471" y="33306"/>
                </a:lnTo>
                <a:lnTo>
                  <a:pt x="376882" y="31527"/>
                </a:lnTo>
                <a:lnTo>
                  <a:pt x="393252" y="29400"/>
                </a:lnTo>
                <a:lnTo>
                  <a:pt x="409573" y="26926"/>
                </a:lnTo>
                <a:lnTo>
                  <a:pt x="425838" y="24106"/>
                </a:lnTo>
                <a:lnTo>
                  <a:pt x="442039" y="20941"/>
                </a:lnTo>
                <a:lnTo>
                  <a:pt x="458169" y="17433"/>
                </a:lnTo>
                <a:lnTo>
                  <a:pt x="474221" y="13583"/>
                </a:lnTo>
                <a:lnTo>
                  <a:pt x="490188" y="9393"/>
                </a:lnTo>
                <a:lnTo>
                  <a:pt x="506062" y="4864"/>
                </a:lnTo>
                <a:lnTo>
                  <a:pt x="521837" y="0"/>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559718" y="4922660"/>
            <a:ext cx="332965" cy="550380"/>
          </a:xfrm>
          <a:custGeom>
            <a:avLst/>
            <a:gdLst/>
            <a:ahLst/>
            <a:cxnLst/>
            <a:rect l="l" t="t" r="r" b="b"/>
            <a:pathLst>
              <a:path w="332965" h="550380">
                <a:moveTo>
                  <a:pt x="218592" y="550380"/>
                </a:moveTo>
                <a:lnTo>
                  <a:pt x="190637" y="543766"/>
                </a:lnTo>
                <a:lnTo>
                  <a:pt x="162836" y="536536"/>
                </a:lnTo>
                <a:lnTo>
                  <a:pt x="135201" y="528693"/>
                </a:lnTo>
                <a:lnTo>
                  <a:pt x="107747" y="520240"/>
                </a:lnTo>
                <a:lnTo>
                  <a:pt x="80486" y="511182"/>
                </a:lnTo>
                <a:lnTo>
                  <a:pt x="53433" y="501523"/>
                </a:lnTo>
                <a:lnTo>
                  <a:pt x="26599" y="491268"/>
                </a:lnTo>
                <a:lnTo>
                  <a:pt x="0" y="480422"/>
                </a:lnTo>
                <a:lnTo>
                  <a:pt x="202118" y="0"/>
                </a:lnTo>
                <a:lnTo>
                  <a:pt x="218040" y="6492"/>
                </a:lnTo>
                <a:lnTo>
                  <a:pt x="234102" y="12630"/>
                </a:lnTo>
                <a:lnTo>
                  <a:pt x="250296" y="18412"/>
                </a:lnTo>
                <a:lnTo>
                  <a:pt x="266614" y="23834"/>
                </a:lnTo>
                <a:lnTo>
                  <a:pt x="283048" y="28894"/>
                </a:lnTo>
                <a:lnTo>
                  <a:pt x="299590" y="33589"/>
                </a:lnTo>
                <a:lnTo>
                  <a:pt x="316232" y="37917"/>
                </a:lnTo>
                <a:lnTo>
                  <a:pt x="332965" y="41875"/>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455911" y="4893218"/>
            <a:ext cx="305925" cy="509864"/>
          </a:xfrm>
          <a:custGeom>
            <a:avLst/>
            <a:gdLst/>
            <a:ahLst/>
            <a:cxnLst/>
            <a:rect l="l" t="t" r="r" b="b"/>
            <a:pathLst>
              <a:path w="305925" h="509864">
                <a:moveTo>
                  <a:pt x="103807" y="509864"/>
                </a:moveTo>
                <a:lnTo>
                  <a:pt x="90598" y="504221"/>
                </a:lnTo>
                <a:lnTo>
                  <a:pt x="77453" y="498433"/>
                </a:lnTo>
                <a:lnTo>
                  <a:pt x="64373" y="492499"/>
                </a:lnTo>
                <a:lnTo>
                  <a:pt x="51359" y="486420"/>
                </a:lnTo>
                <a:lnTo>
                  <a:pt x="38413" y="480199"/>
                </a:lnTo>
                <a:lnTo>
                  <a:pt x="25537" y="473834"/>
                </a:lnTo>
                <a:lnTo>
                  <a:pt x="12732" y="467327"/>
                </a:lnTo>
                <a:lnTo>
                  <a:pt x="0" y="460680"/>
                </a:lnTo>
                <a:lnTo>
                  <a:pt x="243787" y="0"/>
                </a:lnTo>
                <a:lnTo>
                  <a:pt x="251408" y="3979"/>
                </a:lnTo>
                <a:lnTo>
                  <a:pt x="259073" y="7874"/>
                </a:lnTo>
                <a:lnTo>
                  <a:pt x="266781" y="11684"/>
                </a:lnTo>
                <a:lnTo>
                  <a:pt x="274530" y="15408"/>
                </a:lnTo>
                <a:lnTo>
                  <a:pt x="282320" y="19047"/>
                </a:lnTo>
                <a:lnTo>
                  <a:pt x="290150" y="22599"/>
                </a:lnTo>
                <a:lnTo>
                  <a:pt x="298018" y="26064"/>
                </a:lnTo>
                <a:lnTo>
                  <a:pt x="305925" y="29442"/>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356857" y="4858400"/>
            <a:ext cx="342841" cy="495498"/>
          </a:xfrm>
          <a:custGeom>
            <a:avLst/>
            <a:gdLst/>
            <a:ahLst/>
            <a:cxnLst/>
            <a:rect l="l" t="t" r="r" b="b"/>
            <a:pathLst>
              <a:path w="342841" h="495498">
                <a:moveTo>
                  <a:pt x="99054" y="495498"/>
                </a:moveTo>
                <a:lnTo>
                  <a:pt x="86396" y="488709"/>
                </a:lnTo>
                <a:lnTo>
                  <a:pt x="73814" y="481781"/>
                </a:lnTo>
                <a:lnTo>
                  <a:pt x="61309" y="474715"/>
                </a:lnTo>
                <a:lnTo>
                  <a:pt x="48884" y="467510"/>
                </a:lnTo>
                <a:lnTo>
                  <a:pt x="36538" y="460169"/>
                </a:lnTo>
                <a:lnTo>
                  <a:pt x="24275" y="452691"/>
                </a:lnTo>
                <a:lnTo>
                  <a:pt x="12095" y="445078"/>
                </a:lnTo>
                <a:lnTo>
                  <a:pt x="0" y="437331"/>
                </a:lnTo>
                <a:lnTo>
                  <a:pt x="283548" y="0"/>
                </a:lnTo>
                <a:lnTo>
                  <a:pt x="290788" y="4637"/>
                </a:lnTo>
                <a:lnTo>
                  <a:pt x="298079" y="9194"/>
                </a:lnTo>
                <a:lnTo>
                  <a:pt x="305419" y="13670"/>
                </a:lnTo>
                <a:lnTo>
                  <a:pt x="312809" y="18065"/>
                </a:lnTo>
                <a:lnTo>
                  <a:pt x="320247" y="22377"/>
                </a:lnTo>
                <a:lnTo>
                  <a:pt x="327732" y="26608"/>
                </a:lnTo>
                <a:lnTo>
                  <a:pt x="335264" y="30755"/>
                </a:lnTo>
                <a:lnTo>
                  <a:pt x="342841" y="34818"/>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263332" y="4818478"/>
            <a:ext cx="377073" cy="477253"/>
          </a:xfrm>
          <a:custGeom>
            <a:avLst/>
            <a:gdLst/>
            <a:ahLst/>
            <a:cxnLst/>
            <a:rect l="l" t="t" r="r" b="b"/>
            <a:pathLst>
              <a:path w="377073" h="477253">
                <a:moveTo>
                  <a:pt x="93525" y="477253"/>
                </a:moveTo>
                <a:lnTo>
                  <a:pt x="81517" y="469372"/>
                </a:lnTo>
                <a:lnTo>
                  <a:pt x="69596" y="461360"/>
                </a:lnTo>
                <a:lnTo>
                  <a:pt x="57765" y="453215"/>
                </a:lnTo>
                <a:lnTo>
                  <a:pt x="46025" y="444941"/>
                </a:lnTo>
                <a:lnTo>
                  <a:pt x="34377" y="436537"/>
                </a:lnTo>
                <a:lnTo>
                  <a:pt x="22822" y="428005"/>
                </a:lnTo>
                <a:lnTo>
                  <a:pt x="11363" y="419345"/>
                </a:lnTo>
                <a:lnTo>
                  <a:pt x="0" y="410559"/>
                </a:lnTo>
                <a:lnTo>
                  <a:pt x="321090" y="0"/>
                </a:lnTo>
                <a:lnTo>
                  <a:pt x="327891" y="5259"/>
                </a:lnTo>
                <a:lnTo>
                  <a:pt x="334751" y="10442"/>
                </a:lnTo>
                <a:lnTo>
                  <a:pt x="341667" y="15550"/>
                </a:lnTo>
                <a:lnTo>
                  <a:pt x="348640" y="20580"/>
                </a:lnTo>
                <a:lnTo>
                  <a:pt x="355667" y="25533"/>
                </a:lnTo>
                <a:lnTo>
                  <a:pt x="362749" y="30408"/>
                </a:lnTo>
                <a:lnTo>
                  <a:pt x="369885" y="35205"/>
                </a:lnTo>
                <a:lnTo>
                  <a:pt x="377073" y="39922"/>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3180300" y="4572012"/>
            <a:ext cx="278714" cy="870888"/>
          </a:xfrm>
          <a:prstGeom prst="line">
            <a:avLst/>
          </a:prstGeom>
          <a:ln w="20320">
            <a:solidFill>
              <a:srgbClr val="E69F00"/>
            </a:solidFill>
          </a:ln>
        </p:spPr>
        <p:style>
          <a:lnRef idx="2">
            <a:schemeClr val="accent1"/>
          </a:lnRef>
          <a:fillRef idx="0">
            <a:schemeClr val="accent1"/>
          </a:fillRef>
          <a:effectRef idx="1">
            <a:schemeClr val="accent1"/>
          </a:effectRef>
          <a:fontRef idx="minor">
            <a:schemeClr val="tx1"/>
          </a:fontRef>
        </p:style>
      </p:cxnSp>
      <p:sp>
        <p:nvSpPr>
          <p:cNvPr id="29" name="Freeform 28"/>
          <p:cNvSpPr/>
          <p:nvPr/>
        </p:nvSpPr>
        <p:spPr>
          <a:xfrm>
            <a:off x="2340327" y="4347301"/>
            <a:ext cx="486320" cy="471177"/>
          </a:xfrm>
          <a:custGeom>
            <a:avLst/>
            <a:gdLst/>
            <a:ahLst/>
            <a:cxnLst/>
            <a:rect l="l" t="t" r="r" b="b"/>
            <a:pathLst>
              <a:path w="486320" h="471177">
                <a:moveTo>
                  <a:pt x="244095" y="471177"/>
                </a:moveTo>
                <a:lnTo>
                  <a:pt x="231200" y="460870"/>
                </a:lnTo>
                <a:lnTo>
                  <a:pt x="218528" y="450291"/>
                </a:lnTo>
                <a:lnTo>
                  <a:pt x="206083" y="439446"/>
                </a:lnTo>
                <a:lnTo>
                  <a:pt x="193871" y="428339"/>
                </a:lnTo>
                <a:lnTo>
                  <a:pt x="181898" y="416975"/>
                </a:lnTo>
                <a:lnTo>
                  <a:pt x="170169" y="405360"/>
                </a:lnTo>
                <a:lnTo>
                  <a:pt x="158689" y="393498"/>
                </a:lnTo>
                <a:lnTo>
                  <a:pt x="147463" y="381395"/>
                </a:lnTo>
                <a:lnTo>
                  <a:pt x="136498" y="369056"/>
                </a:lnTo>
                <a:lnTo>
                  <a:pt x="125796" y="356487"/>
                </a:lnTo>
                <a:lnTo>
                  <a:pt x="115364" y="343693"/>
                </a:lnTo>
                <a:lnTo>
                  <a:pt x="105206" y="330681"/>
                </a:lnTo>
                <a:lnTo>
                  <a:pt x="95327" y="317456"/>
                </a:lnTo>
                <a:lnTo>
                  <a:pt x="85731" y="304025"/>
                </a:lnTo>
                <a:lnTo>
                  <a:pt x="76422" y="290392"/>
                </a:lnTo>
                <a:lnTo>
                  <a:pt x="67405" y="276565"/>
                </a:lnTo>
                <a:lnTo>
                  <a:pt x="58684" y="262550"/>
                </a:lnTo>
                <a:lnTo>
                  <a:pt x="50262" y="248352"/>
                </a:lnTo>
                <a:lnTo>
                  <a:pt x="42144" y="233979"/>
                </a:lnTo>
                <a:lnTo>
                  <a:pt x="34332" y="219437"/>
                </a:lnTo>
                <a:lnTo>
                  <a:pt x="26831" y="204732"/>
                </a:lnTo>
                <a:lnTo>
                  <a:pt x="19645" y="189871"/>
                </a:lnTo>
                <a:lnTo>
                  <a:pt x="12775" y="174861"/>
                </a:lnTo>
                <a:lnTo>
                  <a:pt x="6226" y="159708"/>
                </a:lnTo>
                <a:lnTo>
                  <a:pt x="0" y="144420"/>
                </a:lnTo>
                <a:lnTo>
                  <a:pt x="365709" y="0"/>
                </a:lnTo>
                <a:lnTo>
                  <a:pt x="368785" y="7554"/>
                </a:lnTo>
                <a:lnTo>
                  <a:pt x="372021" y="15041"/>
                </a:lnTo>
                <a:lnTo>
                  <a:pt x="375415" y="22458"/>
                </a:lnTo>
                <a:lnTo>
                  <a:pt x="378967" y="29801"/>
                </a:lnTo>
                <a:lnTo>
                  <a:pt x="382673" y="37067"/>
                </a:lnTo>
                <a:lnTo>
                  <a:pt x="386533" y="44253"/>
                </a:lnTo>
                <a:lnTo>
                  <a:pt x="390544" y="51355"/>
                </a:lnTo>
                <a:lnTo>
                  <a:pt x="394705" y="58370"/>
                </a:lnTo>
                <a:lnTo>
                  <a:pt x="399015" y="65295"/>
                </a:lnTo>
                <a:lnTo>
                  <a:pt x="403470" y="72127"/>
                </a:lnTo>
                <a:lnTo>
                  <a:pt x="408070" y="78864"/>
                </a:lnTo>
                <a:lnTo>
                  <a:pt x="412812" y="85500"/>
                </a:lnTo>
                <a:lnTo>
                  <a:pt x="417693" y="92035"/>
                </a:lnTo>
                <a:lnTo>
                  <a:pt x="422712" y="98464"/>
                </a:lnTo>
                <a:lnTo>
                  <a:pt x="427867" y="104786"/>
                </a:lnTo>
                <a:lnTo>
                  <a:pt x="433155" y="110996"/>
                </a:lnTo>
                <a:lnTo>
                  <a:pt x="438573" y="117093"/>
                </a:lnTo>
                <a:lnTo>
                  <a:pt x="444120" y="123074"/>
                </a:lnTo>
                <a:lnTo>
                  <a:pt x="449792" y="128935"/>
                </a:lnTo>
                <a:lnTo>
                  <a:pt x="455588" y="134674"/>
                </a:lnTo>
                <a:lnTo>
                  <a:pt x="461504" y="140289"/>
                </a:lnTo>
                <a:lnTo>
                  <a:pt x="467538" y="145778"/>
                </a:lnTo>
                <a:lnTo>
                  <a:pt x="473687" y="151136"/>
                </a:lnTo>
                <a:lnTo>
                  <a:pt x="479949" y="156363"/>
                </a:lnTo>
                <a:lnTo>
                  <a:pt x="486320" y="161456"/>
                </a:lnTo>
                <a:close/>
              </a:path>
            </a:pathLst>
          </a:custGeom>
          <a:solidFill>
            <a:srgbClr val="BFE2F7"/>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1902427" y="4554495"/>
            <a:ext cx="681995" cy="674542"/>
          </a:xfrm>
          <a:custGeom>
            <a:avLst/>
            <a:gdLst/>
            <a:ahLst/>
            <a:cxnLst/>
            <a:rect l="l" t="t" r="r" b="b"/>
            <a:pathLst>
              <a:path w="681995" h="674542">
                <a:moveTo>
                  <a:pt x="360905" y="674542"/>
                </a:moveTo>
                <a:lnTo>
                  <a:pt x="339534" y="657462"/>
                </a:lnTo>
                <a:lnTo>
                  <a:pt x="318527" y="639936"/>
                </a:lnTo>
                <a:lnTo>
                  <a:pt x="297894" y="621970"/>
                </a:lnTo>
                <a:lnTo>
                  <a:pt x="277644" y="603574"/>
                </a:lnTo>
                <a:lnTo>
                  <a:pt x="257786" y="584756"/>
                </a:lnTo>
                <a:lnTo>
                  <a:pt x="238329" y="565523"/>
                </a:lnTo>
                <a:lnTo>
                  <a:pt x="219281" y="545884"/>
                </a:lnTo>
                <a:lnTo>
                  <a:pt x="200652" y="525849"/>
                </a:lnTo>
                <a:lnTo>
                  <a:pt x="182449" y="505425"/>
                </a:lnTo>
                <a:lnTo>
                  <a:pt x="164680" y="484623"/>
                </a:lnTo>
                <a:lnTo>
                  <a:pt x="147353" y="463451"/>
                </a:lnTo>
                <a:lnTo>
                  <a:pt x="130476" y="441918"/>
                </a:lnTo>
                <a:lnTo>
                  <a:pt x="114057" y="420035"/>
                </a:lnTo>
                <a:lnTo>
                  <a:pt x="98102" y="397810"/>
                </a:lnTo>
                <a:lnTo>
                  <a:pt x="82620" y="375255"/>
                </a:lnTo>
                <a:lnTo>
                  <a:pt x="67615" y="352378"/>
                </a:lnTo>
                <a:lnTo>
                  <a:pt x="53096" y="329190"/>
                </a:lnTo>
                <a:lnTo>
                  <a:pt x="39069" y="305701"/>
                </a:lnTo>
                <a:lnTo>
                  <a:pt x="25540" y="281922"/>
                </a:lnTo>
                <a:lnTo>
                  <a:pt x="12515" y="257864"/>
                </a:lnTo>
                <a:lnTo>
                  <a:pt x="0" y="233536"/>
                </a:lnTo>
                <a:lnTo>
                  <a:pt x="465960" y="0"/>
                </a:lnTo>
                <a:lnTo>
                  <a:pt x="473451" y="14562"/>
                </a:lnTo>
                <a:lnTo>
                  <a:pt x="481248" y="28964"/>
                </a:lnTo>
                <a:lnTo>
                  <a:pt x="489347" y="43198"/>
                </a:lnTo>
                <a:lnTo>
                  <a:pt x="497743" y="57258"/>
                </a:lnTo>
                <a:lnTo>
                  <a:pt x="506434" y="71138"/>
                </a:lnTo>
                <a:lnTo>
                  <a:pt x="515415" y="84832"/>
                </a:lnTo>
                <a:lnTo>
                  <a:pt x="524683" y="98333"/>
                </a:lnTo>
                <a:lnTo>
                  <a:pt x="534233" y="111637"/>
                </a:lnTo>
                <a:lnTo>
                  <a:pt x="544062" y="124736"/>
                </a:lnTo>
                <a:lnTo>
                  <a:pt x="554164" y="137625"/>
                </a:lnTo>
                <a:lnTo>
                  <a:pt x="564536" y="150299"/>
                </a:lnTo>
                <a:lnTo>
                  <a:pt x="575172" y="162751"/>
                </a:lnTo>
                <a:lnTo>
                  <a:pt x="586068" y="174976"/>
                </a:lnTo>
                <a:lnTo>
                  <a:pt x="597220" y="186969"/>
                </a:lnTo>
                <a:lnTo>
                  <a:pt x="608621" y="198724"/>
                </a:lnTo>
                <a:lnTo>
                  <a:pt x="620268" y="210237"/>
                </a:lnTo>
                <a:lnTo>
                  <a:pt x="632155" y="221502"/>
                </a:lnTo>
                <a:lnTo>
                  <a:pt x="644276" y="232513"/>
                </a:lnTo>
                <a:lnTo>
                  <a:pt x="656627" y="243267"/>
                </a:lnTo>
                <a:lnTo>
                  <a:pt x="669202" y="253759"/>
                </a:lnTo>
                <a:lnTo>
                  <a:pt x="681995" y="263983"/>
                </a:lnTo>
                <a:close/>
              </a:path>
            </a:pathLst>
          </a:custGeom>
          <a:solidFill>
            <a:srgbClr val="DBEFFA"/>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1855551" y="4491721"/>
            <a:ext cx="512836" cy="296310"/>
          </a:xfrm>
          <a:custGeom>
            <a:avLst/>
            <a:gdLst/>
            <a:ahLst/>
            <a:cxnLst/>
            <a:rect l="l" t="t" r="r" b="b"/>
            <a:pathLst>
              <a:path w="512836" h="296310">
                <a:moveTo>
                  <a:pt x="46876" y="296310"/>
                </a:moveTo>
                <a:lnTo>
                  <a:pt x="40511" y="283434"/>
                </a:lnTo>
                <a:lnTo>
                  <a:pt x="34290" y="270488"/>
                </a:lnTo>
                <a:lnTo>
                  <a:pt x="28211" y="257474"/>
                </a:lnTo>
                <a:lnTo>
                  <a:pt x="22277" y="244394"/>
                </a:lnTo>
                <a:lnTo>
                  <a:pt x="16489" y="231249"/>
                </a:lnTo>
                <a:lnTo>
                  <a:pt x="10846" y="218040"/>
                </a:lnTo>
                <a:lnTo>
                  <a:pt x="5349" y="204770"/>
                </a:lnTo>
                <a:lnTo>
                  <a:pt x="0" y="191441"/>
                </a:lnTo>
                <a:lnTo>
                  <a:pt x="484776" y="0"/>
                </a:lnTo>
                <a:lnTo>
                  <a:pt x="487978" y="7979"/>
                </a:lnTo>
                <a:lnTo>
                  <a:pt x="491268" y="15922"/>
                </a:lnTo>
                <a:lnTo>
                  <a:pt x="494646" y="23829"/>
                </a:lnTo>
                <a:lnTo>
                  <a:pt x="498111" y="31697"/>
                </a:lnTo>
                <a:lnTo>
                  <a:pt x="501663" y="39527"/>
                </a:lnTo>
                <a:lnTo>
                  <a:pt x="505302" y="47317"/>
                </a:lnTo>
                <a:lnTo>
                  <a:pt x="509026" y="55066"/>
                </a:lnTo>
                <a:lnTo>
                  <a:pt x="512836" y="62774"/>
                </a:lnTo>
                <a:close/>
              </a:path>
            </a:pathLst>
          </a:custGeom>
          <a:solidFill>
            <a:srgbClr val="DBEFFA"/>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H="1">
            <a:off x="2263332" y="4508757"/>
            <a:ext cx="563315" cy="720280"/>
          </a:xfrm>
          <a:prstGeom prst="line">
            <a:avLst/>
          </a:prstGeom>
          <a:ln w="20320">
            <a:solidFill>
              <a:srgbClr val="56B4E9"/>
            </a:solidFill>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2286014" y="4086351"/>
            <a:ext cx="420022" cy="405370"/>
          </a:xfrm>
          <a:custGeom>
            <a:avLst/>
            <a:gdLst/>
            <a:ahLst/>
            <a:cxnLst/>
            <a:rect l="l" t="t" r="r" b="b"/>
            <a:pathLst>
              <a:path w="420022" h="405370">
                <a:moveTo>
                  <a:pt x="54313" y="405370"/>
                </a:moveTo>
                <a:lnTo>
                  <a:pt x="48413" y="389953"/>
                </a:lnTo>
                <a:lnTo>
                  <a:pt x="42842" y="374414"/>
                </a:lnTo>
                <a:lnTo>
                  <a:pt x="37602" y="358760"/>
                </a:lnTo>
                <a:lnTo>
                  <a:pt x="32696" y="342999"/>
                </a:lnTo>
                <a:lnTo>
                  <a:pt x="28126" y="327137"/>
                </a:lnTo>
                <a:lnTo>
                  <a:pt x="23893" y="311181"/>
                </a:lnTo>
                <a:lnTo>
                  <a:pt x="20001" y="295139"/>
                </a:lnTo>
                <a:lnTo>
                  <a:pt x="16450" y="279018"/>
                </a:lnTo>
                <a:lnTo>
                  <a:pt x="13242" y="262825"/>
                </a:lnTo>
                <a:lnTo>
                  <a:pt x="10379" y="246568"/>
                </a:lnTo>
                <a:lnTo>
                  <a:pt x="7861" y="230254"/>
                </a:lnTo>
                <a:lnTo>
                  <a:pt x="5691" y="213890"/>
                </a:lnTo>
                <a:lnTo>
                  <a:pt x="3868" y="197483"/>
                </a:lnTo>
                <a:lnTo>
                  <a:pt x="2395" y="181041"/>
                </a:lnTo>
                <a:lnTo>
                  <a:pt x="1271" y="164572"/>
                </a:lnTo>
                <a:lnTo>
                  <a:pt x="497" y="148083"/>
                </a:lnTo>
                <a:lnTo>
                  <a:pt x="73" y="131581"/>
                </a:lnTo>
                <a:lnTo>
                  <a:pt x="0" y="115074"/>
                </a:lnTo>
                <a:lnTo>
                  <a:pt x="278" y="98569"/>
                </a:lnTo>
                <a:lnTo>
                  <a:pt x="906" y="82073"/>
                </a:lnTo>
                <a:lnTo>
                  <a:pt x="1884" y="65595"/>
                </a:lnTo>
                <a:lnTo>
                  <a:pt x="3212" y="49141"/>
                </a:lnTo>
                <a:lnTo>
                  <a:pt x="4889" y="32719"/>
                </a:lnTo>
                <a:lnTo>
                  <a:pt x="6915" y="16336"/>
                </a:lnTo>
                <a:lnTo>
                  <a:pt x="9287" y="0"/>
                </a:lnTo>
                <a:lnTo>
                  <a:pt x="397774" y="60650"/>
                </a:lnTo>
                <a:lnTo>
                  <a:pt x="396601" y="68721"/>
                </a:lnTo>
                <a:lnTo>
                  <a:pt x="395600" y="76816"/>
                </a:lnTo>
                <a:lnTo>
                  <a:pt x="394772" y="84931"/>
                </a:lnTo>
                <a:lnTo>
                  <a:pt x="394116" y="93061"/>
                </a:lnTo>
                <a:lnTo>
                  <a:pt x="393632" y="101203"/>
                </a:lnTo>
                <a:lnTo>
                  <a:pt x="393322" y="109354"/>
                </a:lnTo>
                <a:lnTo>
                  <a:pt x="393185" y="117509"/>
                </a:lnTo>
                <a:lnTo>
                  <a:pt x="393221" y="125666"/>
                </a:lnTo>
                <a:lnTo>
                  <a:pt x="393430" y="133820"/>
                </a:lnTo>
                <a:lnTo>
                  <a:pt x="393813" y="141968"/>
                </a:lnTo>
                <a:lnTo>
                  <a:pt x="394368" y="150105"/>
                </a:lnTo>
                <a:lnTo>
                  <a:pt x="395096" y="158229"/>
                </a:lnTo>
                <a:lnTo>
                  <a:pt x="395997" y="166336"/>
                </a:lnTo>
                <a:lnTo>
                  <a:pt x="397069" y="174422"/>
                </a:lnTo>
                <a:lnTo>
                  <a:pt x="398313" y="182483"/>
                </a:lnTo>
                <a:lnTo>
                  <a:pt x="399728" y="190516"/>
                </a:lnTo>
                <a:lnTo>
                  <a:pt x="401313" y="198517"/>
                </a:lnTo>
                <a:lnTo>
                  <a:pt x="403067" y="206483"/>
                </a:lnTo>
                <a:lnTo>
                  <a:pt x="404991" y="214409"/>
                </a:lnTo>
                <a:lnTo>
                  <a:pt x="407082" y="222293"/>
                </a:lnTo>
                <a:lnTo>
                  <a:pt x="409340" y="230131"/>
                </a:lnTo>
                <a:lnTo>
                  <a:pt x="411765" y="237919"/>
                </a:lnTo>
                <a:lnTo>
                  <a:pt x="414354" y="245654"/>
                </a:lnTo>
                <a:lnTo>
                  <a:pt x="417107" y="253332"/>
                </a:lnTo>
                <a:lnTo>
                  <a:pt x="420022" y="260950"/>
                </a:lnTo>
                <a:close/>
              </a:path>
            </a:pathLst>
          </a:custGeom>
          <a:solidFill>
            <a:srgbClr val="E2C1C9"/>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1764798" y="4120123"/>
            <a:ext cx="575529" cy="563039"/>
          </a:xfrm>
          <a:custGeom>
            <a:avLst/>
            <a:gdLst/>
            <a:ahLst/>
            <a:cxnLst/>
            <a:rect l="l" t="t" r="r" b="b"/>
            <a:pathLst>
              <a:path w="575529" h="563039">
                <a:moveTo>
                  <a:pt x="90753" y="563039"/>
                </a:moveTo>
                <a:lnTo>
                  <a:pt x="80972" y="537488"/>
                </a:lnTo>
                <a:lnTo>
                  <a:pt x="71733" y="511737"/>
                </a:lnTo>
                <a:lnTo>
                  <a:pt x="63038" y="485797"/>
                </a:lnTo>
                <a:lnTo>
                  <a:pt x="54891" y="459680"/>
                </a:lnTo>
                <a:lnTo>
                  <a:pt x="47297" y="433397"/>
                </a:lnTo>
                <a:lnTo>
                  <a:pt x="40258" y="406960"/>
                </a:lnTo>
                <a:lnTo>
                  <a:pt x="33777" y="380380"/>
                </a:lnTo>
                <a:lnTo>
                  <a:pt x="27858" y="353670"/>
                </a:lnTo>
                <a:lnTo>
                  <a:pt x="22503" y="326841"/>
                </a:lnTo>
                <a:lnTo>
                  <a:pt x="17714" y="299905"/>
                </a:lnTo>
                <a:lnTo>
                  <a:pt x="13495" y="272874"/>
                </a:lnTo>
                <a:lnTo>
                  <a:pt x="9845" y="245760"/>
                </a:lnTo>
                <a:lnTo>
                  <a:pt x="6767" y="218576"/>
                </a:lnTo>
                <a:lnTo>
                  <a:pt x="4263" y="191332"/>
                </a:lnTo>
                <a:lnTo>
                  <a:pt x="2334" y="164042"/>
                </a:lnTo>
                <a:lnTo>
                  <a:pt x="980" y="136717"/>
                </a:lnTo>
                <a:lnTo>
                  <a:pt x="202" y="109370"/>
                </a:lnTo>
                <a:lnTo>
                  <a:pt x="0" y="82013"/>
                </a:lnTo>
                <a:lnTo>
                  <a:pt x="375" y="54657"/>
                </a:lnTo>
                <a:lnTo>
                  <a:pt x="1326" y="27315"/>
                </a:lnTo>
                <a:lnTo>
                  <a:pt x="2852" y="0"/>
                </a:lnTo>
                <a:lnTo>
                  <a:pt x="522913" y="34568"/>
                </a:lnTo>
                <a:lnTo>
                  <a:pt x="521999" y="50919"/>
                </a:lnTo>
                <a:lnTo>
                  <a:pt x="521430" y="67285"/>
                </a:lnTo>
                <a:lnTo>
                  <a:pt x="521205" y="83660"/>
                </a:lnTo>
                <a:lnTo>
                  <a:pt x="521326" y="100036"/>
                </a:lnTo>
                <a:lnTo>
                  <a:pt x="521792" y="116406"/>
                </a:lnTo>
                <a:lnTo>
                  <a:pt x="522602" y="132762"/>
                </a:lnTo>
                <a:lnTo>
                  <a:pt x="523757" y="149098"/>
                </a:lnTo>
                <a:lnTo>
                  <a:pt x="525256" y="165406"/>
                </a:lnTo>
                <a:lnTo>
                  <a:pt x="527099" y="181678"/>
                </a:lnTo>
                <a:lnTo>
                  <a:pt x="529283" y="197908"/>
                </a:lnTo>
                <a:lnTo>
                  <a:pt x="531809" y="214089"/>
                </a:lnTo>
                <a:lnTo>
                  <a:pt x="534676" y="230212"/>
                </a:lnTo>
                <a:lnTo>
                  <a:pt x="537881" y="246272"/>
                </a:lnTo>
                <a:lnTo>
                  <a:pt x="541424" y="262260"/>
                </a:lnTo>
                <a:lnTo>
                  <a:pt x="545303" y="278171"/>
                </a:lnTo>
                <a:lnTo>
                  <a:pt x="549517" y="293996"/>
                </a:lnTo>
                <a:lnTo>
                  <a:pt x="554063" y="309729"/>
                </a:lnTo>
                <a:lnTo>
                  <a:pt x="558939" y="325362"/>
                </a:lnTo>
                <a:lnTo>
                  <a:pt x="564144" y="340889"/>
                </a:lnTo>
                <a:lnTo>
                  <a:pt x="569675" y="356304"/>
                </a:lnTo>
                <a:lnTo>
                  <a:pt x="575529" y="371598"/>
                </a:lnTo>
                <a:close/>
              </a:path>
            </a:pathLst>
          </a:custGeom>
          <a:solidFill>
            <a:srgbClr val="EFDC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1767650" y="4005955"/>
            <a:ext cx="527651" cy="148736"/>
          </a:xfrm>
          <a:custGeom>
            <a:avLst/>
            <a:gdLst/>
            <a:ahLst/>
            <a:cxnLst/>
            <a:rect l="l" t="t" r="r" b="b"/>
            <a:pathLst>
              <a:path w="527651" h="148736">
                <a:moveTo>
                  <a:pt x="0" y="114168"/>
                </a:moveTo>
                <a:lnTo>
                  <a:pt x="1032" y="99841"/>
                </a:lnTo>
                <a:lnTo>
                  <a:pt x="2223" y="85528"/>
                </a:lnTo>
                <a:lnTo>
                  <a:pt x="3571" y="71228"/>
                </a:lnTo>
                <a:lnTo>
                  <a:pt x="5078" y="56944"/>
                </a:lnTo>
                <a:lnTo>
                  <a:pt x="6742" y="42677"/>
                </a:lnTo>
                <a:lnTo>
                  <a:pt x="8565" y="28430"/>
                </a:lnTo>
                <a:lnTo>
                  <a:pt x="10544" y="14204"/>
                </a:lnTo>
                <a:lnTo>
                  <a:pt x="12681" y="0"/>
                </a:lnTo>
                <a:lnTo>
                  <a:pt x="527651" y="80396"/>
                </a:lnTo>
                <a:lnTo>
                  <a:pt x="526372" y="88898"/>
                </a:lnTo>
                <a:lnTo>
                  <a:pt x="525187" y="97414"/>
                </a:lnTo>
                <a:lnTo>
                  <a:pt x="524096" y="105942"/>
                </a:lnTo>
                <a:lnTo>
                  <a:pt x="523100" y="114482"/>
                </a:lnTo>
                <a:lnTo>
                  <a:pt x="522198" y="123032"/>
                </a:lnTo>
                <a:lnTo>
                  <a:pt x="521391" y="131592"/>
                </a:lnTo>
                <a:lnTo>
                  <a:pt x="520678" y="140160"/>
                </a:lnTo>
                <a:lnTo>
                  <a:pt x="520061" y="148736"/>
                </a:lnTo>
                <a:close/>
              </a:path>
            </a:pathLst>
          </a:custGeom>
          <a:solidFill>
            <a:srgbClr val="EFDC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H="1">
            <a:off x="1855551" y="4347301"/>
            <a:ext cx="850485" cy="335861"/>
          </a:xfrm>
          <a:prstGeom prst="line">
            <a:avLst/>
          </a:prstGeom>
          <a:ln w="20320">
            <a:solidFill>
              <a:srgbClr val="96203F"/>
            </a:solidFill>
          </a:ln>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2295301" y="3953014"/>
            <a:ext cx="404845" cy="193987"/>
          </a:xfrm>
          <a:custGeom>
            <a:avLst/>
            <a:gdLst/>
            <a:ahLst/>
            <a:cxnLst/>
            <a:rect l="l" t="t" r="r" b="b"/>
            <a:pathLst>
              <a:path w="404845" h="193987">
                <a:moveTo>
                  <a:pt x="0" y="133337"/>
                </a:moveTo>
                <a:lnTo>
                  <a:pt x="2841" y="116378"/>
                </a:lnTo>
                <a:lnTo>
                  <a:pt x="6055" y="99486"/>
                </a:lnTo>
                <a:lnTo>
                  <a:pt x="9643" y="82669"/>
                </a:lnTo>
                <a:lnTo>
                  <a:pt x="13601" y="65936"/>
                </a:lnTo>
                <a:lnTo>
                  <a:pt x="17929" y="49294"/>
                </a:lnTo>
                <a:lnTo>
                  <a:pt x="22624" y="32752"/>
                </a:lnTo>
                <a:lnTo>
                  <a:pt x="27684" y="16318"/>
                </a:lnTo>
                <a:lnTo>
                  <a:pt x="33106" y="0"/>
                </a:lnTo>
                <a:lnTo>
                  <a:pt x="404845" y="128102"/>
                </a:lnTo>
                <a:lnTo>
                  <a:pt x="402166" y="136165"/>
                </a:lnTo>
                <a:lnTo>
                  <a:pt x="399666" y="144286"/>
                </a:lnTo>
                <a:lnTo>
                  <a:pt x="397346" y="152459"/>
                </a:lnTo>
                <a:lnTo>
                  <a:pt x="395207" y="160682"/>
                </a:lnTo>
                <a:lnTo>
                  <a:pt x="393251" y="168951"/>
                </a:lnTo>
                <a:lnTo>
                  <a:pt x="391479" y="177260"/>
                </a:lnTo>
                <a:lnTo>
                  <a:pt x="389890" y="185607"/>
                </a:lnTo>
                <a:lnTo>
                  <a:pt x="388487" y="193987"/>
                </a:lnTo>
                <a:close/>
              </a:path>
            </a:pathLst>
          </a:custGeom>
          <a:solidFill>
            <a:srgbClr val="ECCCDE"/>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1780331" y="3893355"/>
            <a:ext cx="528571" cy="192996"/>
          </a:xfrm>
          <a:custGeom>
            <a:avLst/>
            <a:gdLst/>
            <a:ahLst/>
            <a:cxnLst/>
            <a:rect l="l" t="t" r="r" b="b"/>
            <a:pathLst>
              <a:path w="528571" h="192996">
                <a:moveTo>
                  <a:pt x="0" y="112600"/>
                </a:moveTo>
                <a:lnTo>
                  <a:pt x="2294" y="98421"/>
                </a:lnTo>
                <a:lnTo>
                  <a:pt x="4745" y="84269"/>
                </a:lnTo>
                <a:lnTo>
                  <a:pt x="7352" y="70144"/>
                </a:lnTo>
                <a:lnTo>
                  <a:pt x="10115" y="56049"/>
                </a:lnTo>
                <a:lnTo>
                  <a:pt x="13034" y="41985"/>
                </a:lnTo>
                <a:lnTo>
                  <a:pt x="16108" y="27955"/>
                </a:lnTo>
                <a:lnTo>
                  <a:pt x="19338" y="13959"/>
                </a:lnTo>
                <a:lnTo>
                  <a:pt x="22722" y="0"/>
                </a:lnTo>
                <a:lnTo>
                  <a:pt x="528571" y="125595"/>
                </a:lnTo>
                <a:lnTo>
                  <a:pt x="526546" y="133950"/>
                </a:lnTo>
                <a:lnTo>
                  <a:pt x="524613" y="142328"/>
                </a:lnTo>
                <a:lnTo>
                  <a:pt x="522772" y="150727"/>
                </a:lnTo>
                <a:lnTo>
                  <a:pt x="521025" y="159145"/>
                </a:lnTo>
                <a:lnTo>
                  <a:pt x="519371" y="167582"/>
                </a:lnTo>
                <a:lnTo>
                  <a:pt x="517811" y="176037"/>
                </a:lnTo>
                <a:lnTo>
                  <a:pt x="516344" y="184509"/>
                </a:lnTo>
                <a:lnTo>
                  <a:pt x="514970" y="192996"/>
                </a:lnTo>
                <a:close/>
              </a:path>
            </a:pathLst>
          </a:custGeom>
          <a:solidFill>
            <a:srgbClr val="F4E2EC"/>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1803053" y="3783204"/>
            <a:ext cx="525354" cy="235746"/>
          </a:xfrm>
          <a:custGeom>
            <a:avLst/>
            <a:gdLst/>
            <a:ahLst/>
            <a:cxnLst/>
            <a:rect l="l" t="t" r="r" b="b"/>
            <a:pathLst>
              <a:path w="525354" h="235746">
                <a:moveTo>
                  <a:pt x="0" y="110151"/>
                </a:moveTo>
                <a:lnTo>
                  <a:pt x="3538" y="96231"/>
                </a:lnTo>
                <a:lnTo>
                  <a:pt x="7230" y="82350"/>
                </a:lnTo>
                <a:lnTo>
                  <a:pt x="11075" y="68511"/>
                </a:lnTo>
                <a:lnTo>
                  <a:pt x="15073" y="54715"/>
                </a:lnTo>
                <a:lnTo>
                  <a:pt x="19223" y="40965"/>
                </a:lnTo>
                <a:lnTo>
                  <a:pt x="23526" y="27261"/>
                </a:lnTo>
                <a:lnTo>
                  <a:pt x="27979" y="13606"/>
                </a:lnTo>
                <a:lnTo>
                  <a:pt x="32584" y="0"/>
                </a:lnTo>
                <a:lnTo>
                  <a:pt x="525354" y="169810"/>
                </a:lnTo>
                <a:lnTo>
                  <a:pt x="522598" y="177954"/>
                </a:lnTo>
                <a:lnTo>
                  <a:pt x="519932" y="186128"/>
                </a:lnTo>
                <a:lnTo>
                  <a:pt x="517357" y="194331"/>
                </a:lnTo>
                <a:lnTo>
                  <a:pt x="514872" y="202562"/>
                </a:lnTo>
                <a:lnTo>
                  <a:pt x="512479" y="210820"/>
                </a:lnTo>
                <a:lnTo>
                  <a:pt x="510177" y="219104"/>
                </a:lnTo>
                <a:lnTo>
                  <a:pt x="507967" y="227413"/>
                </a:lnTo>
                <a:lnTo>
                  <a:pt x="505849" y="235746"/>
                </a:lnTo>
                <a:close/>
              </a:path>
            </a:pathLst>
          </a:custGeom>
          <a:solidFill>
            <a:srgbClr val="F4E2EC"/>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flipH="1" flipV="1">
            <a:off x="1780331" y="4005955"/>
            <a:ext cx="903457" cy="141046"/>
          </a:xfrm>
          <a:prstGeom prst="line">
            <a:avLst/>
          </a:prstGeom>
          <a:ln w="20320">
            <a:solidFill>
              <a:srgbClr val="CC79A7"/>
            </a:solidFill>
          </a:ln>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2328407" y="3428999"/>
            <a:ext cx="734832" cy="652117"/>
          </a:xfrm>
          <a:custGeom>
            <a:avLst/>
            <a:gdLst/>
            <a:ahLst/>
            <a:cxnLst/>
            <a:rect l="l" t="t" r="r" b="b"/>
            <a:pathLst>
              <a:path w="734832" h="652117">
                <a:moveTo>
                  <a:pt x="0" y="524015"/>
                </a:moveTo>
                <a:lnTo>
                  <a:pt x="5479" y="508642"/>
                </a:lnTo>
                <a:lnTo>
                  <a:pt x="11280" y="493386"/>
                </a:lnTo>
                <a:lnTo>
                  <a:pt x="17399" y="478256"/>
                </a:lnTo>
                <a:lnTo>
                  <a:pt x="23835" y="463258"/>
                </a:lnTo>
                <a:lnTo>
                  <a:pt x="30585" y="448398"/>
                </a:lnTo>
                <a:lnTo>
                  <a:pt x="37645" y="433683"/>
                </a:lnTo>
                <a:lnTo>
                  <a:pt x="45013" y="419120"/>
                </a:lnTo>
                <a:lnTo>
                  <a:pt x="52684" y="404714"/>
                </a:lnTo>
                <a:lnTo>
                  <a:pt x="60657" y="390473"/>
                </a:lnTo>
                <a:lnTo>
                  <a:pt x="68927" y="376402"/>
                </a:lnTo>
                <a:lnTo>
                  <a:pt x="77490" y="362508"/>
                </a:lnTo>
                <a:lnTo>
                  <a:pt x="86343" y="348797"/>
                </a:lnTo>
                <a:lnTo>
                  <a:pt x="95482" y="335275"/>
                </a:lnTo>
                <a:lnTo>
                  <a:pt x="104903" y="321948"/>
                </a:lnTo>
                <a:lnTo>
                  <a:pt x="114602" y="308821"/>
                </a:lnTo>
                <a:lnTo>
                  <a:pt x="124575" y="295901"/>
                </a:lnTo>
                <a:lnTo>
                  <a:pt x="134816" y="283194"/>
                </a:lnTo>
                <a:lnTo>
                  <a:pt x="145322" y="270704"/>
                </a:lnTo>
                <a:lnTo>
                  <a:pt x="156088" y="258437"/>
                </a:lnTo>
                <a:lnTo>
                  <a:pt x="167109" y="246400"/>
                </a:lnTo>
                <a:lnTo>
                  <a:pt x="178380" y="234596"/>
                </a:lnTo>
                <a:lnTo>
                  <a:pt x="189897" y="223031"/>
                </a:lnTo>
                <a:lnTo>
                  <a:pt x="201654" y="211711"/>
                </a:lnTo>
                <a:lnTo>
                  <a:pt x="213647" y="200641"/>
                </a:lnTo>
                <a:lnTo>
                  <a:pt x="225869" y="189824"/>
                </a:lnTo>
                <a:lnTo>
                  <a:pt x="238315" y="179267"/>
                </a:lnTo>
                <a:lnTo>
                  <a:pt x="250980" y="168973"/>
                </a:lnTo>
                <a:lnTo>
                  <a:pt x="263859" y="158948"/>
                </a:lnTo>
                <a:lnTo>
                  <a:pt x="276945" y="149195"/>
                </a:lnTo>
                <a:lnTo>
                  <a:pt x="290234" y="139719"/>
                </a:lnTo>
                <a:lnTo>
                  <a:pt x="303718" y="130524"/>
                </a:lnTo>
                <a:lnTo>
                  <a:pt x="317392" y="121614"/>
                </a:lnTo>
                <a:lnTo>
                  <a:pt x="331251" y="112994"/>
                </a:lnTo>
                <a:lnTo>
                  <a:pt x="345287" y="104666"/>
                </a:lnTo>
                <a:lnTo>
                  <a:pt x="359496" y="96635"/>
                </a:lnTo>
                <a:lnTo>
                  <a:pt x="373869" y="88904"/>
                </a:lnTo>
                <a:lnTo>
                  <a:pt x="388402" y="81476"/>
                </a:lnTo>
                <a:lnTo>
                  <a:pt x="403088" y="74355"/>
                </a:lnTo>
                <a:lnTo>
                  <a:pt x="417920" y="67545"/>
                </a:lnTo>
                <a:lnTo>
                  <a:pt x="432891" y="61047"/>
                </a:lnTo>
                <a:lnTo>
                  <a:pt x="447996" y="54865"/>
                </a:lnTo>
                <a:lnTo>
                  <a:pt x="463227" y="49001"/>
                </a:lnTo>
                <a:lnTo>
                  <a:pt x="478578" y="43459"/>
                </a:lnTo>
                <a:lnTo>
                  <a:pt x="494042" y="38240"/>
                </a:lnTo>
                <a:lnTo>
                  <a:pt x="509613" y="33347"/>
                </a:lnTo>
                <a:lnTo>
                  <a:pt x="525282" y="28782"/>
                </a:lnTo>
                <a:lnTo>
                  <a:pt x="541044" y="24547"/>
                </a:lnTo>
                <a:lnTo>
                  <a:pt x="556891" y="20644"/>
                </a:lnTo>
                <a:lnTo>
                  <a:pt x="572817" y="17074"/>
                </a:lnTo>
                <a:lnTo>
                  <a:pt x="588814" y="13840"/>
                </a:lnTo>
                <a:lnTo>
                  <a:pt x="604876" y="10942"/>
                </a:lnTo>
                <a:lnTo>
                  <a:pt x="620995" y="8382"/>
                </a:lnTo>
                <a:lnTo>
                  <a:pt x="637164" y="6161"/>
                </a:lnTo>
                <a:lnTo>
                  <a:pt x="653376" y="4281"/>
                </a:lnTo>
                <a:lnTo>
                  <a:pt x="669624" y="2741"/>
                </a:lnTo>
                <a:lnTo>
                  <a:pt x="685901" y="1542"/>
                </a:lnTo>
                <a:lnTo>
                  <a:pt x="702200" y="686"/>
                </a:lnTo>
                <a:lnTo>
                  <a:pt x="718512" y="172"/>
                </a:lnTo>
                <a:lnTo>
                  <a:pt x="734832" y="0"/>
                </a:lnTo>
                <a:lnTo>
                  <a:pt x="734832" y="393192"/>
                </a:lnTo>
                <a:lnTo>
                  <a:pt x="726768" y="393277"/>
                </a:lnTo>
                <a:lnTo>
                  <a:pt x="718708" y="393531"/>
                </a:lnTo>
                <a:lnTo>
                  <a:pt x="710655" y="393954"/>
                </a:lnTo>
                <a:lnTo>
                  <a:pt x="702612" y="394546"/>
                </a:lnTo>
                <a:lnTo>
                  <a:pt x="694584" y="395307"/>
                </a:lnTo>
                <a:lnTo>
                  <a:pt x="686573" y="396237"/>
                </a:lnTo>
                <a:lnTo>
                  <a:pt x="678583" y="397334"/>
                </a:lnTo>
                <a:lnTo>
                  <a:pt x="670619" y="398599"/>
                </a:lnTo>
                <a:lnTo>
                  <a:pt x="662682" y="400031"/>
                </a:lnTo>
                <a:lnTo>
                  <a:pt x="654778" y="401629"/>
                </a:lnTo>
                <a:lnTo>
                  <a:pt x="646909" y="403393"/>
                </a:lnTo>
                <a:lnTo>
                  <a:pt x="639078" y="405321"/>
                </a:lnTo>
                <a:lnTo>
                  <a:pt x="631290" y="407414"/>
                </a:lnTo>
                <a:lnTo>
                  <a:pt x="623547" y="409669"/>
                </a:lnTo>
                <a:lnTo>
                  <a:pt x="615854" y="412087"/>
                </a:lnTo>
                <a:lnTo>
                  <a:pt x="608213" y="414666"/>
                </a:lnTo>
                <a:lnTo>
                  <a:pt x="600628" y="417405"/>
                </a:lnTo>
                <a:lnTo>
                  <a:pt x="593102" y="420302"/>
                </a:lnTo>
                <a:lnTo>
                  <a:pt x="585638" y="423357"/>
                </a:lnTo>
                <a:lnTo>
                  <a:pt x="578240" y="426567"/>
                </a:lnTo>
                <a:lnTo>
                  <a:pt x="570912" y="429933"/>
                </a:lnTo>
                <a:lnTo>
                  <a:pt x="563655" y="433451"/>
                </a:lnTo>
                <a:lnTo>
                  <a:pt x="556474" y="437121"/>
                </a:lnTo>
                <a:lnTo>
                  <a:pt x="549372" y="440941"/>
                </a:lnTo>
                <a:lnTo>
                  <a:pt x="542351" y="444910"/>
                </a:lnTo>
                <a:lnTo>
                  <a:pt x="535416" y="449024"/>
                </a:lnTo>
                <a:lnTo>
                  <a:pt x="528568" y="453284"/>
                </a:lnTo>
                <a:lnTo>
                  <a:pt x="521811" y="457686"/>
                </a:lnTo>
                <a:lnTo>
                  <a:pt x="515148" y="462230"/>
                </a:lnTo>
                <a:lnTo>
                  <a:pt x="508582" y="466912"/>
                </a:lnTo>
                <a:lnTo>
                  <a:pt x="502116" y="471731"/>
                </a:lnTo>
                <a:lnTo>
                  <a:pt x="495753" y="476685"/>
                </a:lnTo>
                <a:lnTo>
                  <a:pt x="489494" y="481771"/>
                </a:lnTo>
                <a:lnTo>
                  <a:pt x="483344" y="486988"/>
                </a:lnTo>
                <a:lnTo>
                  <a:pt x="477305" y="492332"/>
                </a:lnTo>
                <a:lnTo>
                  <a:pt x="471380" y="497803"/>
                </a:lnTo>
                <a:lnTo>
                  <a:pt x="465570" y="503396"/>
                </a:lnTo>
                <a:lnTo>
                  <a:pt x="459880" y="509110"/>
                </a:lnTo>
                <a:lnTo>
                  <a:pt x="454310" y="514943"/>
                </a:lnTo>
                <a:lnTo>
                  <a:pt x="448865" y="520891"/>
                </a:lnTo>
                <a:lnTo>
                  <a:pt x="443545" y="526952"/>
                </a:lnTo>
                <a:lnTo>
                  <a:pt x="438354" y="533123"/>
                </a:lnTo>
                <a:lnTo>
                  <a:pt x="433293" y="539402"/>
                </a:lnTo>
                <a:lnTo>
                  <a:pt x="428366" y="545786"/>
                </a:lnTo>
                <a:lnTo>
                  <a:pt x="423573" y="552272"/>
                </a:lnTo>
                <a:lnTo>
                  <a:pt x="418918" y="558858"/>
                </a:lnTo>
                <a:lnTo>
                  <a:pt x="414402" y="565539"/>
                </a:lnTo>
                <a:lnTo>
                  <a:pt x="410028" y="572314"/>
                </a:lnTo>
                <a:lnTo>
                  <a:pt x="405797" y="579179"/>
                </a:lnTo>
                <a:lnTo>
                  <a:pt x="401710" y="586132"/>
                </a:lnTo>
                <a:lnTo>
                  <a:pt x="397771" y="593169"/>
                </a:lnTo>
                <a:lnTo>
                  <a:pt x="393980" y="600287"/>
                </a:lnTo>
                <a:lnTo>
                  <a:pt x="390340" y="607483"/>
                </a:lnTo>
                <a:lnTo>
                  <a:pt x="386851" y="614754"/>
                </a:lnTo>
                <a:lnTo>
                  <a:pt x="383516" y="622096"/>
                </a:lnTo>
                <a:lnTo>
                  <a:pt x="380336" y="629507"/>
                </a:lnTo>
                <a:lnTo>
                  <a:pt x="377312" y="636983"/>
                </a:lnTo>
                <a:lnTo>
                  <a:pt x="374446" y="644521"/>
                </a:lnTo>
                <a:lnTo>
                  <a:pt x="371739" y="652117"/>
                </a:lnTo>
                <a:close/>
              </a:path>
            </a:pathLst>
          </a:custGeom>
          <a:solidFill>
            <a:srgbClr val="EFC29E"/>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1835637" y="3676364"/>
            <a:ext cx="518025" cy="276650"/>
          </a:xfrm>
          <a:custGeom>
            <a:avLst/>
            <a:gdLst/>
            <a:ahLst/>
            <a:cxnLst/>
            <a:rect l="l" t="t" r="r" b="b"/>
            <a:pathLst>
              <a:path w="518025" h="276650">
                <a:moveTo>
                  <a:pt x="0" y="106840"/>
                </a:moveTo>
                <a:lnTo>
                  <a:pt x="4754" y="93287"/>
                </a:lnTo>
                <a:lnTo>
                  <a:pt x="9659" y="79787"/>
                </a:lnTo>
                <a:lnTo>
                  <a:pt x="14712" y="66342"/>
                </a:lnTo>
                <a:lnTo>
                  <a:pt x="19914" y="52953"/>
                </a:lnTo>
                <a:lnTo>
                  <a:pt x="25263" y="39624"/>
                </a:lnTo>
                <a:lnTo>
                  <a:pt x="30760" y="26354"/>
                </a:lnTo>
                <a:lnTo>
                  <a:pt x="36403" y="13145"/>
                </a:lnTo>
                <a:lnTo>
                  <a:pt x="42191" y="0"/>
                </a:lnTo>
                <a:lnTo>
                  <a:pt x="518025" y="212697"/>
                </a:lnTo>
                <a:lnTo>
                  <a:pt x="514560" y="220565"/>
                </a:lnTo>
                <a:lnTo>
                  <a:pt x="511182" y="228472"/>
                </a:lnTo>
                <a:lnTo>
                  <a:pt x="507892" y="236415"/>
                </a:lnTo>
                <a:lnTo>
                  <a:pt x="504690" y="244394"/>
                </a:lnTo>
                <a:lnTo>
                  <a:pt x="501576" y="252408"/>
                </a:lnTo>
                <a:lnTo>
                  <a:pt x="498552" y="260456"/>
                </a:lnTo>
                <a:lnTo>
                  <a:pt x="495616" y="268537"/>
                </a:lnTo>
                <a:lnTo>
                  <a:pt x="492770" y="276650"/>
                </a:lnTo>
                <a:close/>
              </a:path>
            </a:pathLst>
          </a:custGeom>
          <a:solidFill>
            <a:srgbClr val="F6DD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1877828" y="3219825"/>
            <a:ext cx="679981" cy="669236"/>
          </a:xfrm>
          <a:custGeom>
            <a:avLst/>
            <a:gdLst/>
            <a:ahLst/>
            <a:cxnLst/>
            <a:rect l="l" t="t" r="r" b="b"/>
            <a:pathLst>
              <a:path w="679981" h="669236">
                <a:moveTo>
                  <a:pt x="0" y="456539"/>
                </a:moveTo>
                <a:lnTo>
                  <a:pt x="11427" y="431682"/>
                </a:lnTo>
                <a:lnTo>
                  <a:pt x="23376" y="407070"/>
                </a:lnTo>
                <a:lnTo>
                  <a:pt x="35840" y="382716"/>
                </a:lnTo>
                <a:lnTo>
                  <a:pt x="48814" y="358630"/>
                </a:lnTo>
                <a:lnTo>
                  <a:pt x="62293" y="334823"/>
                </a:lnTo>
                <a:lnTo>
                  <a:pt x="76271" y="311304"/>
                </a:lnTo>
                <a:lnTo>
                  <a:pt x="90741" y="288086"/>
                </a:lnTo>
                <a:lnTo>
                  <a:pt x="105696" y="265178"/>
                </a:lnTo>
                <a:lnTo>
                  <a:pt x="121132" y="242589"/>
                </a:lnTo>
                <a:lnTo>
                  <a:pt x="137039" y="220331"/>
                </a:lnTo>
                <a:lnTo>
                  <a:pt x="153413" y="198413"/>
                </a:lnTo>
                <a:lnTo>
                  <a:pt x="170244" y="176845"/>
                </a:lnTo>
                <a:lnTo>
                  <a:pt x="187526" y="155637"/>
                </a:lnTo>
                <a:lnTo>
                  <a:pt x="205251" y="134797"/>
                </a:lnTo>
                <a:lnTo>
                  <a:pt x="223411" y="114335"/>
                </a:lnTo>
                <a:lnTo>
                  <a:pt x="241998" y="94260"/>
                </a:lnTo>
                <a:lnTo>
                  <a:pt x="261004" y="74582"/>
                </a:lnTo>
                <a:lnTo>
                  <a:pt x="280421" y="55308"/>
                </a:lnTo>
                <a:lnTo>
                  <a:pt x="300239" y="36448"/>
                </a:lnTo>
                <a:lnTo>
                  <a:pt x="320450" y="18009"/>
                </a:lnTo>
                <a:lnTo>
                  <a:pt x="341045" y="0"/>
                </a:lnTo>
                <a:lnTo>
                  <a:pt x="679981" y="395955"/>
                </a:lnTo>
                <a:lnTo>
                  <a:pt x="667653" y="406735"/>
                </a:lnTo>
                <a:lnTo>
                  <a:pt x="655555" y="417772"/>
                </a:lnTo>
                <a:lnTo>
                  <a:pt x="643692" y="429062"/>
                </a:lnTo>
                <a:lnTo>
                  <a:pt x="632069" y="440599"/>
                </a:lnTo>
                <a:lnTo>
                  <a:pt x="620692" y="452379"/>
                </a:lnTo>
                <a:lnTo>
                  <a:pt x="609566" y="464395"/>
                </a:lnTo>
                <a:lnTo>
                  <a:pt x="598696" y="476643"/>
                </a:lnTo>
                <a:lnTo>
                  <a:pt x="588086" y="489118"/>
                </a:lnTo>
                <a:lnTo>
                  <a:pt x="577741" y="501813"/>
                </a:lnTo>
                <a:lnTo>
                  <a:pt x="567666" y="514724"/>
                </a:lnTo>
                <a:lnTo>
                  <a:pt x="557865" y="527844"/>
                </a:lnTo>
                <a:lnTo>
                  <a:pt x="548343" y="541167"/>
                </a:lnTo>
                <a:lnTo>
                  <a:pt x="539103" y="554688"/>
                </a:lnTo>
                <a:lnTo>
                  <a:pt x="530151" y="568401"/>
                </a:lnTo>
                <a:lnTo>
                  <a:pt x="521489" y="582299"/>
                </a:lnTo>
                <a:lnTo>
                  <a:pt x="513122" y="596377"/>
                </a:lnTo>
                <a:lnTo>
                  <a:pt x="505054" y="610628"/>
                </a:lnTo>
                <a:lnTo>
                  <a:pt x="497287" y="625046"/>
                </a:lnTo>
                <a:lnTo>
                  <a:pt x="489827" y="639624"/>
                </a:lnTo>
                <a:lnTo>
                  <a:pt x="482675" y="654356"/>
                </a:lnTo>
                <a:lnTo>
                  <a:pt x="475834" y="669236"/>
                </a:lnTo>
                <a:close/>
              </a:path>
            </a:pathLst>
          </a:custGeom>
          <a:solidFill>
            <a:srgbClr val="F6DD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2218873" y="2907791"/>
            <a:ext cx="844366" cy="707989"/>
          </a:xfrm>
          <a:custGeom>
            <a:avLst/>
            <a:gdLst/>
            <a:ahLst/>
            <a:cxnLst/>
            <a:rect l="l" t="t" r="r" b="b"/>
            <a:pathLst>
              <a:path w="844366" h="707989">
                <a:moveTo>
                  <a:pt x="0" y="312034"/>
                </a:moveTo>
                <a:lnTo>
                  <a:pt x="21355" y="294148"/>
                </a:lnTo>
                <a:lnTo>
                  <a:pt x="43088" y="276724"/>
                </a:lnTo>
                <a:lnTo>
                  <a:pt x="65191" y="259770"/>
                </a:lnTo>
                <a:lnTo>
                  <a:pt x="87652" y="243295"/>
                </a:lnTo>
                <a:lnTo>
                  <a:pt x="110461" y="227305"/>
                </a:lnTo>
                <a:lnTo>
                  <a:pt x="133608" y="211807"/>
                </a:lnTo>
                <a:lnTo>
                  <a:pt x="157082" y="196810"/>
                </a:lnTo>
                <a:lnTo>
                  <a:pt x="180872" y="182320"/>
                </a:lnTo>
                <a:lnTo>
                  <a:pt x="204967" y="168344"/>
                </a:lnTo>
                <a:lnTo>
                  <a:pt x="229357" y="154888"/>
                </a:lnTo>
                <a:lnTo>
                  <a:pt x="254030" y="141958"/>
                </a:lnTo>
                <a:lnTo>
                  <a:pt x="278975" y="129560"/>
                </a:lnTo>
                <a:lnTo>
                  <a:pt x="304180" y="117701"/>
                </a:lnTo>
                <a:lnTo>
                  <a:pt x="329633" y="106384"/>
                </a:lnTo>
                <a:lnTo>
                  <a:pt x="355324" y="95617"/>
                </a:lnTo>
                <a:lnTo>
                  <a:pt x="381239" y="85403"/>
                </a:lnTo>
                <a:lnTo>
                  <a:pt x="407368" y="75747"/>
                </a:lnTo>
                <a:lnTo>
                  <a:pt x="433698" y="66654"/>
                </a:lnTo>
                <a:lnTo>
                  <a:pt x="460216" y="58128"/>
                </a:lnTo>
                <a:lnTo>
                  <a:pt x="486912" y="50172"/>
                </a:lnTo>
                <a:lnTo>
                  <a:pt x="513772" y="42791"/>
                </a:lnTo>
                <a:lnTo>
                  <a:pt x="540784" y="35989"/>
                </a:lnTo>
                <a:lnTo>
                  <a:pt x="567936" y="29767"/>
                </a:lnTo>
                <a:lnTo>
                  <a:pt x="595215" y="24129"/>
                </a:lnTo>
                <a:lnTo>
                  <a:pt x="622609" y="19077"/>
                </a:lnTo>
                <a:lnTo>
                  <a:pt x="650105" y="14615"/>
                </a:lnTo>
                <a:lnTo>
                  <a:pt x="677690" y="10743"/>
                </a:lnTo>
                <a:lnTo>
                  <a:pt x="705352" y="7463"/>
                </a:lnTo>
                <a:lnTo>
                  <a:pt x="733078" y="4778"/>
                </a:lnTo>
                <a:lnTo>
                  <a:pt x="760856" y="2689"/>
                </a:lnTo>
                <a:lnTo>
                  <a:pt x="788671" y="1196"/>
                </a:lnTo>
                <a:lnTo>
                  <a:pt x="816512" y="299"/>
                </a:lnTo>
                <a:lnTo>
                  <a:pt x="844366" y="0"/>
                </a:lnTo>
                <a:lnTo>
                  <a:pt x="844366" y="521208"/>
                </a:lnTo>
                <a:lnTo>
                  <a:pt x="827693" y="521387"/>
                </a:lnTo>
                <a:lnTo>
                  <a:pt x="811028" y="521924"/>
                </a:lnTo>
                <a:lnTo>
                  <a:pt x="794378" y="522818"/>
                </a:lnTo>
                <a:lnTo>
                  <a:pt x="777750" y="524069"/>
                </a:lnTo>
                <a:lnTo>
                  <a:pt x="761154" y="525676"/>
                </a:lnTo>
                <a:lnTo>
                  <a:pt x="744596" y="527639"/>
                </a:lnTo>
                <a:lnTo>
                  <a:pt x="728083" y="529956"/>
                </a:lnTo>
                <a:lnTo>
                  <a:pt x="711624" y="532628"/>
                </a:lnTo>
                <a:lnTo>
                  <a:pt x="695227" y="535651"/>
                </a:lnTo>
                <a:lnTo>
                  <a:pt x="678898" y="539026"/>
                </a:lnTo>
                <a:lnTo>
                  <a:pt x="662645" y="542751"/>
                </a:lnTo>
                <a:lnTo>
                  <a:pt x="646475" y="546823"/>
                </a:lnTo>
                <a:lnTo>
                  <a:pt x="630397" y="551241"/>
                </a:lnTo>
                <a:lnTo>
                  <a:pt x="614418" y="556003"/>
                </a:lnTo>
                <a:lnTo>
                  <a:pt x="598544" y="561107"/>
                </a:lnTo>
                <a:lnTo>
                  <a:pt x="582783" y="566550"/>
                </a:lnTo>
                <a:lnTo>
                  <a:pt x="567143" y="572329"/>
                </a:lnTo>
                <a:lnTo>
                  <a:pt x="551630" y="578443"/>
                </a:lnTo>
                <a:lnTo>
                  <a:pt x="536252" y="584889"/>
                </a:lnTo>
                <a:lnTo>
                  <a:pt x="521015" y="591663"/>
                </a:lnTo>
                <a:lnTo>
                  <a:pt x="505928" y="598762"/>
                </a:lnTo>
                <a:lnTo>
                  <a:pt x="490996" y="606183"/>
                </a:lnTo>
                <a:lnTo>
                  <a:pt x="476227" y="613923"/>
                </a:lnTo>
                <a:lnTo>
                  <a:pt x="461628" y="621978"/>
                </a:lnTo>
                <a:lnTo>
                  <a:pt x="447204" y="630344"/>
                </a:lnTo>
                <a:lnTo>
                  <a:pt x="432964" y="639017"/>
                </a:lnTo>
                <a:lnTo>
                  <a:pt x="418912" y="647994"/>
                </a:lnTo>
                <a:lnTo>
                  <a:pt x="405057" y="657271"/>
                </a:lnTo>
                <a:lnTo>
                  <a:pt x="391403" y="666842"/>
                </a:lnTo>
                <a:lnTo>
                  <a:pt x="377958" y="676705"/>
                </a:lnTo>
                <a:lnTo>
                  <a:pt x="364728" y="686853"/>
                </a:lnTo>
                <a:lnTo>
                  <a:pt x="351719" y="697283"/>
                </a:lnTo>
                <a:lnTo>
                  <a:pt x="338936" y="707989"/>
                </a:lnTo>
                <a:close/>
              </a:path>
            </a:pathLst>
          </a:custGeom>
          <a:solidFill>
            <a:srgbClr val="F6DD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flipH="1" flipV="1">
            <a:off x="1835637" y="3783204"/>
            <a:ext cx="864509" cy="297912"/>
          </a:xfrm>
          <a:prstGeom prst="line">
            <a:avLst/>
          </a:prstGeom>
          <a:ln w="20320">
            <a:solidFill>
              <a:srgbClr val="D55E00"/>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2679192" y="3822191"/>
            <a:ext cx="768096" cy="768096"/>
          </a:xfrm>
          <a:prstGeom prst="ellipse">
            <a:avLst/>
          </a:prstGeom>
          <a:solidFill>
            <a:srgbClr val="93C5FD"/>
          </a:solidFill>
          <a:ln w="1587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A1A1A"/>
                </a:solidFill>
                <a:latin typeface="Calibri"/>
              </a:rPr>
              <a:t>by source</a:t>
            </a:r>
          </a:p>
        </p:txBody>
      </p:sp>
      <p:sp>
        <p:nvSpPr>
          <p:cNvPr id="47" name="Freeform 46"/>
          <p:cNvSpPr/>
          <p:nvPr/>
        </p:nvSpPr>
        <p:spPr>
          <a:xfrm>
            <a:off x="9098280" y="3428999"/>
            <a:ext cx="549591" cy="505678"/>
          </a:xfrm>
          <a:custGeom>
            <a:avLst/>
            <a:gdLst/>
            <a:ahLst/>
            <a:cxnLst/>
            <a:rect l="l" t="t" r="r" b="b"/>
            <a:pathLst>
              <a:path w="549591" h="505678">
                <a:moveTo>
                  <a:pt x="0" y="0"/>
                </a:moveTo>
                <a:lnTo>
                  <a:pt x="16497" y="176"/>
                </a:lnTo>
                <a:lnTo>
                  <a:pt x="32987" y="701"/>
                </a:lnTo>
                <a:lnTo>
                  <a:pt x="49461" y="1576"/>
                </a:lnTo>
                <a:lnTo>
                  <a:pt x="65914" y="2801"/>
                </a:lnTo>
                <a:lnTo>
                  <a:pt x="82337" y="4374"/>
                </a:lnTo>
                <a:lnTo>
                  <a:pt x="98723" y="6296"/>
                </a:lnTo>
                <a:lnTo>
                  <a:pt x="115064" y="8565"/>
                </a:lnTo>
                <a:lnTo>
                  <a:pt x="131354" y="11180"/>
                </a:lnTo>
                <a:lnTo>
                  <a:pt x="147584" y="14141"/>
                </a:lnTo>
                <a:lnTo>
                  <a:pt x="163748" y="17445"/>
                </a:lnTo>
                <a:lnTo>
                  <a:pt x="179838" y="21092"/>
                </a:lnTo>
                <a:lnTo>
                  <a:pt x="195847" y="25080"/>
                </a:lnTo>
                <a:lnTo>
                  <a:pt x="211768" y="29406"/>
                </a:lnTo>
                <a:lnTo>
                  <a:pt x="227593" y="34069"/>
                </a:lnTo>
                <a:lnTo>
                  <a:pt x="243316" y="39068"/>
                </a:lnTo>
                <a:lnTo>
                  <a:pt x="258929" y="44398"/>
                </a:lnTo>
                <a:lnTo>
                  <a:pt x="274426" y="50059"/>
                </a:lnTo>
                <a:lnTo>
                  <a:pt x="289798" y="56048"/>
                </a:lnTo>
                <a:lnTo>
                  <a:pt x="305041" y="62362"/>
                </a:lnTo>
                <a:lnTo>
                  <a:pt x="320146" y="68997"/>
                </a:lnTo>
                <a:lnTo>
                  <a:pt x="335106" y="75952"/>
                </a:lnTo>
                <a:lnTo>
                  <a:pt x="349916" y="83223"/>
                </a:lnTo>
                <a:lnTo>
                  <a:pt x="364568" y="90806"/>
                </a:lnTo>
                <a:lnTo>
                  <a:pt x="379056" y="98699"/>
                </a:lnTo>
                <a:lnTo>
                  <a:pt x="393372" y="106897"/>
                </a:lnTo>
                <a:lnTo>
                  <a:pt x="407512" y="115398"/>
                </a:lnTo>
                <a:lnTo>
                  <a:pt x="421468" y="124197"/>
                </a:lnTo>
                <a:lnTo>
                  <a:pt x="435234" y="133290"/>
                </a:lnTo>
                <a:lnTo>
                  <a:pt x="448804" y="142673"/>
                </a:lnTo>
                <a:lnTo>
                  <a:pt x="462172" y="152342"/>
                </a:lnTo>
                <a:lnTo>
                  <a:pt x="475332" y="162292"/>
                </a:lnTo>
                <a:lnTo>
                  <a:pt x="488277" y="172520"/>
                </a:lnTo>
                <a:lnTo>
                  <a:pt x="501003" y="183020"/>
                </a:lnTo>
                <a:lnTo>
                  <a:pt x="513502" y="193788"/>
                </a:lnTo>
                <a:lnTo>
                  <a:pt x="525771" y="204819"/>
                </a:lnTo>
                <a:lnTo>
                  <a:pt x="537802" y="216107"/>
                </a:lnTo>
                <a:lnTo>
                  <a:pt x="549591" y="227649"/>
                </a:lnTo>
                <a:lnTo>
                  <a:pt x="271562" y="505678"/>
                </a:lnTo>
                <a:lnTo>
                  <a:pt x="265737" y="499975"/>
                </a:lnTo>
                <a:lnTo>
                  <a:pt x="259792" y="494397"/>
                </a:lnTo>
                <a:lnTo>
                  <a:pt x="253730" y="488946"/>
                </a:lnTo>
                <a:lnTo>
                  <a:pt x="247554" y="483626"/>
                </a:lnTo>
                <a:lnTo>
                  <a:pt x="241266" y="478437"/>
                </a:lnTo>
                <a:lnTo>
                  <a:pt x="234870" y="473384"/>
                </a:lnTo>
                <a:lnTo>
                  <a:pt x="228367" y="468467"/>
                </a:lnTo>
                <a:lnTo>
                  <a:pt x="221762" y="463689"/>
                </a:lnTo>
                <a:lnTo>
                  <a:pt x="215057" y="459053"/>
                </a:lnTo>
                <a:lnTo>
                  <a:pt x="208255" y="454560"/>
                </a:lnTo>
                <a:lnTo>
                  <a:pt x="201359" y="450212"/>
                </a:lnTo>
                <a:lnTo>
                  <a:pt x="194372" y="446012"/>
                </a:lnTo>
                <a:lnTo>
                  <a:pt x="187298" y="441961"/>
                </a:lnTo>
                <a:lnTo>
                  <a:pt x="180139" y="438061"/>
                </a:lnTo>
                <a:lnTo>
                  <a:pt x="172899" y="434314"/>
                </a:lnTo>
                <a:lnTo>
                  <a:pt x="165582" y="430722"/>
                </a:lnTo>
                <a:lnTo>
                  <a:pt x="158189" y="427285"/>
                </a:lnTo>
                <a:lnTo>
                  <a:pt x="150726" y="424006"/>
                </a:lnTo>
                <a:lnTo>
                  <a:pt x="143194" y="420887"/>
                </a:lnTo>
                <a:lnTo>
                  <a:pt x="135598" y="417927"/>
                </a:lnTo>
                <a:lnTo>
                  <a:pt x="127941" y="415130"/>
                </a:lnTo>
                <a:lnTo>
                  <a:pt x="120226" y="412496"/>
                </a:lnTo>
                <a:lnTo>
                  <a:pt x="112457" y="410027"/>
                </a:lnTo>
                <a:lnTo>
                  <a:pt x="104638" y="407722"/>
                </a:lnTo>
                <a:lnTo>
                  <a:pt x="96771" y="405585"/>
                </a:lnTo>
                <a:lnTo>
                  <a:pt x="88861" y="403614"/>
                </a:lnTo>
                <a:lnTo>
                  <a:pt x="80910" y="401812"/>
                </a:lnTo>
                <a:lnTo>
                  <a:pt x="72924" y="400180"/>
                </a:lnTo>
                <a:lnTo>
                  <a:pt x="64904" y="398717"/>
                </a:lnTo>
                <a:lnTo>
                  <a:pt x="56855" y="397424"/>
                </a:lnTo>
                <a:lnTo>
                  <a:pt x="48780" y="396303"/>
                </a:lnTo>
                <a:lnTo>
                  <a:pt x="40684" y="395354"/>
                </a:lnTo>
                <a:lnTo>
                  <a:pt x="32569" y="394576"/>
                </a:lnTo>
                <a:lnTo>
                  <a:pt x="24440" y="393971"/>
                </a:lnTo>
                <a:lnTo>
                  <a:pt x="16299" y="393539"/>
                </a:lnTo>
                <a:lnTo>
                  <a:pt x="8151" y="393279"/>
                </a:lnTo>
                <a:lnTo>
                  <a:pt x="0" y="393192"/>
                </a:lnTo>
                <a:close/>
              </a:path>
            </a:pathLst>
          </a:custGeom>
          <a:solidFill>
            <a:srgbClr val="9EDACA"/>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9098280" y="2907791"/>
            <a:ext cx="336063" cy="547692"/>
          </a:xfrm>
          <a:custGeom>
            <a:avLst/>
            <a:gdLst/>
            <a:ahLst/>
            <a:cxnLst/>
            <a:rect l="l" t="t" r="r" b="b"/>
            <a:pathLst>
              <a:path w="336063" h="547692">
                <a:moveTo>
                  <a:pt x="0" y="0"/>
                </a:moveTo>
                <a:lnTo>
                  <a:pt x="28325" y="309"/>
                </a:lnTo>
                <a:lnTo>
                  <a:pt x="56637" y="1236"/>
                </a:lnTo>
                <a:lnTo>
                  <a:pt x="84922" y="2781"/>
                </a:lnTo>
                <a:lnTo>
                  <a:pt x="113167" y="4941"/>
                </a:lnTo>
                <a:lnTo>
                  <a:pt x="141357" y="7718"/>
                </a:lnTo>
                <a:lnTo>
                  <a:pt x="169481" y="11109"/>
                </a:lnTo>
                <a:lnTo>
                  <a:pt x="197524" y="15112"/>
                </a:lnTo>
                <a:lnTo>
                  <a:pt x="225473" y="19727"/>
                </a:lnTo>
                <a:lnTo>
                  <a:pt x="253314" y="24950"/>
                </a:lnTo>
                <a:lnTo>
                  <a:pt x="281035" y="30779"/>
                </a:lnTo>
                <a:lnTo>
                  <a:pt x="308622" y="37211"/>
                </a:lnTo>
                <a:lnTo>
                  <a:pt x="336063" y="44244"/>
                </a:lnTo>
                <a:lnTo>
                  <a:pt x="201164" y="547692"/>
                </a:lnTo>
                <a:lnTo>
                  <a:pt x="184738" y="543483"/>
                </a:lnTo>
                <a:lnTo>
                  <a:pt x="168225" y="539632"/>
                </a:lnTo>
                <a:lnTo>
                  <a:pt x="151632" y="536143"/>
                </a:lnTo>
                <a:lnTo>
                  <a:pt x="134966" y="533017"/>
                </a:lnTo>
                <a:lnTo>
                  <a:pt x="118236" y="530254"/>
                </a:lnTo>
                <a:lnTo>
                  <a:pt x="101450" y="527858"/>
                </a:lnTo>
                <a:lnTo>
                  <a:pt x="84615" y="525828"/>
                </a:lnTo>
                <a:lnTo>
                  <a:pt x="67740" y="524166"/>
                </a:lnTo>
                <a:lnTo>
                  <a:pt x="50833" y="522873"/>
                </a:lnTo>
                <a:lnTo>
                  <a:pt x="33902" y="521948"/>
                </a:lnTo>
                <a:lnTo>
                  <a:pt x="16955" y="521393"/>
                </a:lnTo>
                <a:lnTo>
                  <a:pt x="0" y="521208"/>
                </a:lnTo>
                <a:close/>
              </a:path>
            </a:pathLst>
          </a:custGeom>
          <a:solidFill>
            <a:srgbClr val="C9EA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9299444" y="2952035"/>
            <a:ext cx="448059" cy="581095"/>
          </a:xfrm>
          <a:custGeom>
            <a:avLst/>
            <a:gdLst/>
            <a:ahLst/>
            <a:cxnLst/>
            <a:rect l="l" t="t" r="r" b="b"/>
            <a:pathLst>
              <a:path w="448059" h="581095">
                <a:moveTo>
                  <a:pt x="134899" y="0"/>
                </a:moveTo>
                <a:lnTo>
                  <a:pt x="162179" y="7630"/>
                </a:lnTo>
                <a:lnTo>
                  <a:pt x="189286" y="15853"/>
                </a:lnTo>
                <a:lnTo>
                  <a:pt x="216208" y="24665"/>
                </a:lnTo>
                <a:lnTo>
                  <a:pt x="242931" y="34062"/>
                </a:lnTo>
                <a:lnTo>
                  <a:pt x="269442" y="44041"/>
                </a:lnTo>
                <a:lnTo>
                  <a:pt x="295730" y="54595"/>
                </a:lnTo>
                <a:lnTo>
                  <a:pt x="321781" y="65720"/>
                </a:lnTo>
                <a:lnTo>
                  <a:pt x="347583" y="77411"/>
                </a:lnTo>
                <a:lnTo>
                  <a:pt x="373124" y="89662"/>
                </a:lnTo>
                <a:lnTo>
                  <a:pt x="398392" y="102467"/>
                </a:lnTo>
                <a:lnTo>
                  <a:pt x="423374" y="115820"/>
                </a:lnTo>
                <a:lnTo>
                  <a:pt x="448059" y="129716"/>
                </a:lnTo>
                <a:lnTo>
                  <a:pt x="187456" y="581095"/>
                </a:lnTo>
                <a:lnTo>
                  <a:pt x="172679" y="572777"/>
                </a:lnTo>
                <a:lnTo>
                  <a:pt x="157725" y="564784"/>
                </a:lnTo>
                <a:lnTo>
                  <a:pt x="142600" y="557119"/>
                </a:lnTo>
                <a:lnTo>
                  <a:pt x="127311" y="549786"/>
                </a:lnTo>
                <a:lnTo>
                  <a:pt x="111866" y="542788"/>
                </a:lnTo>
                <a:lnTo>
                  <a:pt x="96272" y="536128"/>
                </a:lnTo>
                <a:lnTo>
                  <a:pt x="80537" y="529811"/>
                </a:lnTo>
                <a:lnTo>
                  <a:pt x="64667" y="523838"/>
                </a:lnTo>
                <a:lnTo>
                  <a:pt x="48671" y="518213"/>
                </a:lnTo>
                <a:lnTo>
                  <a:pt x="32556" y="512938"/>
                </a:lnTo>
                <a:lnTo>
                  <a:pt x="16330" y="508015"/>
                </a:lnTo>
                <a:lnTo>
                  <a:pt x="0" y="503448"/>
                </a:lnTo>
                <a:close/>
              </a:path>
            </a:pathLst>
          </a:custGeom>
          <a:solidFill>
            <a:srgbClr val="C9EA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9486900" y="3081751"/>
            <a:ext cx="529521" cy="574897"/>
          </a:xfrm>
          <a:custGeom>
            <a:avLst/>
            <a:gdLst/>
            <a:ahLst/>
            <a:cxnLst/>
            <a:rect l="l" t="t" r="r" b="b"/>
            <a:pathLst>
              <a:path w="529521" h="574897">
                <a:moveTo>
                  <a:pt x="260603" y="0"/>
                </a:moveTo>
                <a:lnTo>
                  <a:pt x="284980" y="14430"/>
                </a:lnTo>
                <a:lnTo>
                  <a:pt x="309035" y="29389"/>
                </a:lnTo>
                <a:lnTo>
                  <a:pt x="332759" y="44868"/>
                </a:lnTo>
                <a:lnTo>
                  <a:pt x="356139" y="60862"/>
                </a:lnTo>
                <a:lnTo>
                  <a:pt x="379164" y="77362"/>
                </a:lnTo>
                <a:lnTo>
                  <a:pt x="401825" y="94360"/>
                </a:lnTo>
                <a:lnTo>
                  <a:pt x="424109" y="111849"/>
                </a:lnTo>
                <a:lnTo>
                  <a:pt x="446006" y="129820"/>
                </a:lnTo>
                <a:lnTo>
                  <a:pt x="467506" y="148264"/>
                </a:lnTo>
                <a:lnTo>
                  <a:pt x="488598" y="167172"/>
                </a:lnTo>
                <a:lnTo>
                  <a:pt x="509273" y="186536"/>
                </a:lnTo>
                <a:lnTo>
                  <a:pt x="529521" y="206347"/>
                </a:lnTo>
                <a:lnTo>
                  <a:pt x="160971" y="574897"/>
                </a:lnTo>
                <a:lnTo>
                  <a:pt x="148851" y="563038"/>
                </a:lnTo>
                <a:lnTo>
                  <a:pt x="136475" y="551447"/>
                </a:lnTo>
                <a:lnTo>
                  <a:pt x="123849" y="540129"/>
                </a:lnTo>
                <a:lnTo>
                  <a:pt x="110980" y="529088"/>
                </a:lnTo>
                <a:lnTo>
                  <a:pt x="97872" y="518331"/>
                </a:lnTo>
                <a:lnTo>
                  <a:pt x="84533" y="507863"/>
                </a:lnTo>
                <a:lnTo>
                  <a:pt x="70969" y="497687"/>
                </a:lnTo>
                <a:lnTo>
                  <a:pt x="57186" y="487811"/>
                </a:lnTo>
                <a:lnTo>
                  <a:pt x="43191" y="478237"/>
                </a:lnTo>
                <a:lnTo>
                  <a:pt x="28990" y="468971"/>
                </a:lnTo>
                <a:lnTo>
                  <a:pt x="14591" y="460017"/>
                </a:lnTo>
                <a:lnTo>
                  <a:pt x="0" y="451379"/>
                </a:lnTo>
                <a:close/>
              </a:path>
            </a:pathLst>
          </a:custGeom>
          <a:solidFill>
            <a:srgbClr val="C9EA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flipV="1">
            <a:off x="9098280" y="2907791"/>
            <a:ext cx="0" cy="914400"/>
          </a:xfrm>
          <a:prstGeom prst="line">
            <a:avLst/>
          </a:prstGeom>
          <a:ln w="20320">
            <a:solidFill>
              <a:srgbClr val="009E73"/>
            </a:solidFill>
          </a:ln>
        </p:spPr>
        <p:style>
          <a:lnRef idx="2">
            <a:schemeClr val="accent1"/>
          </a:lnRef>
          <a:fillRef idx="0">
            <a:schemeClr val="accent1"/>
          </a:fillRef>
          <a:effectRef idx="1">
            <a:schemeClr val="accent1"/>
          </a:effectRef>
          <a:fontRef idx="minor">
            <a:schemeClr val="tx1"/>
          </a:fontRef>
        </p:style>
      </p:cxnSp>
      <p:sp>
        <p:nvSpPr>
          <p:cNvPr id="52" name="Freeform 51"/>
          <p:cNvSpPr/>
          <p:nvPr/>
        </p:nvSpPr>
        <p:spPr>
          <a:xfrm>
            <a:off x="9369842" y="3656648"/>
            <a:ext cx="505677" cy="549592"/>
          </a:xfrm>
          <a:custGeom>
            <a:avLst/>
            <a:gdLst/>
            <a:ahLst/>
            <a:cxnLst/>
            <a:rect l="l" t="t" r="r" b="b"/>
            <a:pathLst>
              <a:path w="505677" h="549592">
                <a:moveTo>
                  <a:pt x="278029" y="0"/>
                </a:moveTo>
                <a:lnTo>
                  <a:pt x="289571" y="11789"/>
                </a:lnTo>
                <a:lnTo>
                  <a:pt x="300859" y="23820"/>
                </a:lnTo>
                <a:lnTo>
                  <a:pt x="311890" y="36089"/>
                </a:lnTo>
                <a:lnTo>
                  <a:pt x="322658" y="48588"/>
                </a:lnTo>
                <a:lnTo>
                  <a:pt x="333158" y="61314"/>
                </a:lnTo>
                <a:lnTo>
                  <a:pt x="343386" y="74259"/>
                </a:lnTo>
                <a:lnTo>
                  <a:pt x="353336" y="87419"/>
                </a:lnTo>
                <a:lnTo>
                  <a:pt x="363005" y="100787"/>
                </a:lnTo>
                <a:lnTo>
                  <a:pt x="372388" y="114357"/>
                </a:lnTo>
                <a:lnTo>
                  <a:pt x="381481" y="128123"/>
                </a:lnTo>
                <a:lnTo>
                  <a:pt x="390280" y="142079"/>
                </a:lnTo>
                <a:lnTo>
                  <a:pt x="398781" y="156219"/>
                </a:lnTo>
                <a:lnTo>
                  <a:pt x="406979" y="170535"/>
                </a:lnTo>
                <a:lnTo>
                  <a:pt x="414872" y="185023"/>
                </a:lnTo>
                <a:lnTo>
                  <a:pt x="422455" y="199675"/>
                </a:lnTo>
                <a:lnTo>
                  <a:pt x="429726" y="214485"/>
                </a:lnTo>
                <a:lnTo>
                  <a:pt x="436681" y="229445"/>
                </a:lnTo>
                <a:lnTo>
                  <a:pt x="443316" y="244550"/>
                </a:lnTo>
                <a:lnTo>
                  <a:pt x="449630" y="259793"/>
                </a:lnTo>
                <a:lnTo>
                  <a:pt x="455619" y="275165"/>
                </a:lnTo>
                <a:lnTo>
                  <a:pt x="461280" y="290662"/>
                </a:lnTo>
                <a:lnTo>
                  <a:pt x="466610" y="306275"/>
                </a:lnTo>
                <a:lnTo>
                  <a:pt x="471609" y="321998"/>
                </a:lnTo>
                <a:lnTo>
                  <a:pt x="476272" y="337823"/>
                </a:lnTo>
                <a:lnTo>
                  <a:pt x="480598" y="353744"/>
                </a:lnTo>
                <a:lnTo>
                  <a:pt x="484586" y="369753"/>
                </a:lnTo>
                <a:lnTo>
                  <a:pt x="488233" y="385843"/>
                </a:lnTo>
                <a:lnTo>
                  <a:pt x="491537" y="402007"/>
                </a:lnTo>
                <a:lnTo>
                  <a:pt x="494498" y="418237"/>
                </a:lnTo>
                <a:lnTo>
                  <a:pt x="497113" y="434527"/>
                </a:lnTo>
                <a:lnTo>
                  <a:pt x="499382" y="450868"/>
                </a:lnTo>
                <a:lnTo>
                  <a:pt x="501304" y="467254"/>
                </a:lnTo>
                <a:lnTo>
                  <a:pt x="502877" y="483677"/>
                </a:lnTo>
                <a:lnTo>
                  <a:pt x="504102" y="500130"/>
                </a:lnTo>
                <a:lnTo>
                  <a:pt x="504977" y="516604"/>
                </a:lnTo>
                <a:lnTo>
                  <a:pt x="505502" y="533094"/>
                </a:lnTo>
                <a:lnTo>
                  <a:pt x="505677" y="549592"/>
                </a:lnTo>
                <a:lnTo>
                  <a:pt x="112486" y="549592"/>
                </a:lnTo>
                <a:lnTo>
                  <a:pt x="112399" y="541440"/>
                </a:lnTo>
                <a:lnTo>
                  <a:pt x="112139" y="533292"/>
                </a:lnTo>
                <a:lnTo>
                  <a:pt x="111707" y="525151"/>
                </a:lnTo>
                <a:lnTo>
                  <a:pt x="111102" y="517022"/>
                </a:lnTo>
                <a:lnTo>
                  <a:pt x="110324" y="508907"/>
                </a:lnTo>
                <a:lnTo>
                  <a:pt x="109375" y="500811"/>
                </a:lnTo>
                <a:lnTo>
                  <a:pt x="108254" y="492736"/>
                </a:lnTo>
                <a:lnTo>
                  <a:pt x="106961" y="484687"/>
                </a:lnTo>
                <a:lnTo>
                  <a:pt x="105498" y="476667"/>
                </a:lnTo>
                <a:lnTo>
                  <a:pt x="103866" y="468681"/>
                </a:lnTo>
                <a:lnTo>
                  <a:pt x="102064" y="460730"/>
                </a:lnTo>
                <a:lnTo>
                  <a:pt x="100093" y="452820"/>
                </a:lnTo>
                <a:lnTo>
                  <a:pt x="97956" y="444953"/>
                </a:lnTo>
                <a:lnTo>
                  <a:pt x="95651" y="437134"/>
                </a:lnTo>
                <a:lnTo>
                  <a:pt x="93182" y="429365"/>
                </a:lnTo>
                <a:lnTo>
                  <a:pt x="90548" y="421650"/>
                </a:lnTo>
                <a:lnTo>
                  <a:pt x="87751" y="413993"/>
                </a:lnTo>
                <a:lnTo>
                  <a:pt x="84791" y="406397"/>
                </a:lnTo>
                <a:lnTo>
                  <a:pt x="81672" y="398865"/>
                </a:lnTo>
                <a:lnTo>
                  <a:pt x="78393" y="391402"/>
                </a:lnTo>
                <a:lnTo>
                  <a:pt x="74956" y="384009"/>
                </a:lnTo>
                <a:lnTo>
                  <a:pt x="71364" y="376692"/>
                </a:lnTo>
                <a:lnTo>
                  <a:pt x="67617" y="369452"/>
                </a:lnTo>
                <a:lnTo>
                  <a:pt x="63717" y="362293"/>
                </a:lnTo>
                <a:lnTo>
                  <a:pt x="59666" y="355219"/>
                </a:lnTo>
                <a:lnTo>
                  <a:pt x="55466" y="348232"/>
                </a:lnTo>
                <a:lnTo>
                  <a:pt x="51118" y="341336"/>
                </a:lnTo>
                <a:lnTo>
                  <a:pt x="46625" y="334534"/>
                </a:lnTo>
                <a:lnTo>
                  <a:pt x="41989" y="327829"/>
                </a:lnTo>
                <a:lnTo>
                  <a:pt x="37211" y="321224"/>
                </a:lnTo>
                <a:lnTo>
                  <a:pt x="32294" y="314721"/>
                </a:lnTo>
                <a:lnTo>
                  <a:pt x="27241" y="308325"/>
                </a:lnTo>
                <a:lnTo>
                  <a:pt x="22052" y="302037"/>
                </a:lnTo>
                <a:lnTo>
                  <a:pt x="16732" y="295861"/>
                </a:lnTo>
                <a:lnTo>
                  <a:pt x="11281" y="289799"/>
                </a:lnTo>
                <a:lnTo>
                  <a:pt x="5703" y="283854"/>
                </a:lnTo>
                <a:lnTo>
                  <a:pt x="0" y="278029"/>
                </a:lnTo>
                <a:close/>
              </a:path>
            </a:pathLst>
          </a:custGeom>
          <a:solidFill>
            <a:srgbClr val="B8D8E9"/>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9647871" y="3288098"/>
            <a:ext cx="574897" cy="529522"/>
          </a:xfrm>
          <a:custGeom>
            <a:avLst/>
            <a:gdLst/>
            <a:ahLst/>
            <a:cxnLst/>
            <a:rect l="l" t="t" r="r" b="b"/>
            <a:pathLst>
              <a:path w="574897" h="529522">
                <a:moveTo>
                  <a:pt x="368550" y="0"/>
                </a:moveTo>
                <a:lnTo>
                  <a:pt x="388361" y="20248"/>
                </a:lnTo>
                <a:lnTo>
                  <a:pt x="407725" y="40923"/>
                </a:lnTo>
                <a:lnTo>
                  <a:pt x="426633" y="62015"/>
                </a:lnTo>
                <a:lnTo>
                  <a:pt x="445077" y="83515"/>
                </a:lnTo>
                <a:lnTo>
                  <a:pt x="463048" y="105412"/>
                </a:lnTo>
                <a:lnTo>
                  <a:pt x="480537" y="127696"/>
                </a:lnTo>
                <a:lnTo>
                  <a:pt x="497535" y="150357"/>
                </a:lnTo>
                <a:lnTo>
                  <a:pt x="514035" y="173382"/>
                </a:lnTo>
                <a:lnTo>
                  <a:pt x="530029" y="196762"/>
                </a:lnTo>
                <a:lnTo>
                  <a:pt x="545508" y="220486"/>
                </a:lnTo>
                <a:lnTo>
                  <a:pt x="560467" y="244541"/>
                </a:lnTo>
                <a:lnTo>
                  <a:pt x="574897" y="268917"/>
                </a:lnTo>
                <a:lnTo>
                  <a:pt x="123518" y="529522"/>
                </a:lnTo>
                <a:lnTo>
                  <a:pt x="114880" y="514930"/>
                </a:lnTo>
                <a:lnTo>
                  <a:pt x="105926" y="500531"/>
                </a:lnTo>
                <a:lnTo>
                  <a:pt x="96660" y="486330"/>
                </a:lnTo>
                <a:lnTo>
                  <a:pt x="87086" y="472335"/>
                </a:lnTo>
                <a:lnTo>
                  <a:pt x="77210" y="458552"/>
                </a:lnTo>
                <a:lnTo>
                  <a:pt x="67034" y="444988"/>
                </a:lnTo>
                <a:lnTo>
                  <a:pt x="56566" y="431649"/>
                </a:lnTo>
                <a:lnTo>
                  <a:pt x="45809" y="418541"/>
                </a:lnTo>
                <a:lnTo>
                  <a:pt x="34768" y="405672"/>
                </a:lnTo>
                <a:lnTo>
                  <a:pt x="23450" y="393046"/>
                </a:lnTo>
                <a:lnTo>
                  <a:pt x="11859" y="380670"/>
                </a:lnTo>
                <a:lnTo>
                  <a:pt x="0" y="368550"/>
                </a:lnTo>
                <a:close/>
              </a:path>
            </a:pathLst>
          </a:custGeom>
          <a:solidFill>
            <a:srgbClr val="D7E9F2"/>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9771389" y="3557015"/>
            <a:ext cx="581095" cy="448060"/>
          </a:xfrm>
          <a:custGeom>
            <a:avLst/>
            <a:gdLst/>
            <a:ahLst/>
            <a:cxnLst/>
            <a:rect l="l" t="t" r="r" b="b"/>
            <a:pathLst>
              <a:path w="581095" h="448060">
                <a:moveTo>
                  <a:pt x="451379" y="0"/>
                </a:moveTo>
                <a:lnTo>
                  <a:pt x="465275" y="24686"/>
                </a:lnTo>
                <a:lnTo>
                  <a:pt x="478628" y="49668"/>
                </a:lnTo>
                <a:lnTo>
                  <a:pt x="491433" y="74936"/>
                </a:lnTo>
                <a:lnTo>
                  <a:pt x="503684" y="100477"/>
                </a:lnTo>
                <a:lnTo>
                  <a:pt x="515375" y="126279"/>
                </a:lnTo>
                <a:lnTo>
                  <a:pt x="526500" y="152330"/>
                </a:lnTo>
                <a:lnTo>
                  <a:pt x="537054" y="178618"/>
                </a:lnTo>
                <a:lnTo>
                  <a:pt x="547033" y="205129"/>
                </a:lnTo>
                <a:lnTo>
                  <a:pt x="556430" y="231852"/>
                </a:lnTo>
                <a:lnTo>
                  <a:pt x="565242" y="258774"/>
                </a:lnTo>
                <a:lnTo>
                  <a:pt x="573465" y="285881"/>
                </a:lnTo>
                <a:lnTo>
                  <a:pt x="581095" y="313161"/>
                </a:lnTo>
                <a:lnTo>
                  <a:pt x="77647" y="448060"/>
                </a:lnTo>
                <a:lnTo>
                  <a:pt x="73080" y="431730"/>
                </a:lnTo>
                <a:lnTo>
                  <a:pt x="68157" y="415504"/>
                </a:lnTo>
                <a:lnTo>
                  <a:pt x="62882" y="399389"/>
                </a:lnTo>
                <a:lnTo>
                  <a:pt x="57257" y="383393"/>
                </a:lnTo>
                <a:lnTo>
                  <a:pt x="51284" y="367523"/>
                </a:lnTo>
                <a:lnTo>
                  <a:pt x="44967" y="351788"/>
                </a:lnTo>
                <a:lnTo>
                  <a:pt x="38307" y="336194"/>
                </a:lnTo>
                <a:lnTo>
                  <a:pt x="31309" y="320749"/>
                </a:lnTo>
                <a:lnTo>
                  <a:pt x="23976" y="305460"/>
                </a:lnTo>
                <a:lnTo>
                  <a:pt x="16311" y="290335"/>
                </a:lnTo>
                <a:lnTo>
                  <a:pt x="8318" y="275381"/>
                </a:lnTo>
                <a:lnTo>
                  <a:pt x="0" y="260605"/>
                </a:lnTo>
                <a:close/>
              </a:path>
            </a:pathLst>
          </a:custGeom>
          <a:solidFill>
            <a:srgbClr val="D7E9F2"/>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9849036" y="3870176"/>
            <a:ext cx="547692" cy="336064"/>
          </a:xfrm>
          <a:custGeom>
            <a:avLst/>
            <a:gdLst/>
            <a:ahLst/>
            <a:cxnLst/>
            <a:rect l="l" t="t" r="r" b="b"/>
            <a:pathLst>
              <a:path w="547692" h="336064">
                <a:moveTo>
                  <a:pt x="503448" y="0"/>
                </a:moveTo>
                <a:lnTo>
                  <a:pt x="510481" y="27441"/>
                </a:lnTo>
                <a:lnTo>
                  <a:pt x="516913" y="55028"/>
                </a:lnTo>
                <a:lnTo>
                  <a:pt x="522742" y="82749"/>
                </a:lnTo>
                <a:lnTo>
                  <a:pt x="527965" y="110590"/>
                </a:lnTo>
                <a:lnTo>
                  <a:pt x="532580" y="138539"/>
                </a:lnTo>
                <a:lnTo>
                  <a:pt x="536583" y="166582"/>
                </a:lnTo>
                <a:lnTo>
                  <a:pt x="539974" y="194706"/>
                </a:lnTo>
                <a:lnTo>
                  <a:pt x="542751" y="222896"/>
                </a:lnTo>
                <a:lnTo>
                  <a:pt x="544911" y="251141"/>
                </a:lnTo>
                <a:lnTo>
                  <a:pt x="546456" y="279426"/>
                </a:lnTo>
                <a:lnTo>
                  <a:pt x="547383" y="307738"/>
                </a:lnTo>
                <a:lnTo>
                  <a:pt x="547692" y="336064"/>
                </a:lnTo>
                <a:lnTo>
                  <a:pt x="26483" y="336064"/>
                </a:lnTo>
                <a:lnTo>
                  <a:pt x="26299" y="319108"/>
                </a:lnTo>
                <a:lnTo>
                  <a:pt x="25744" y="302161"/>
                </a:lnTo>
                <a:lnTo>
                  <a:pt x="24819" y="285230"/>
                </a:lnTo>
                <a:lnTo>
                  <a:pt x="23526" y="268323"/>
                </a:lnTo>
                <a:lnTo>
                  <a:pt x="21864" y="251448"/>
                </a:lnTo>
                <a:lnTo>
                  <a:pt x="19834" y="234613"/>
                </a:lnTo>
                <a:lnTo>
                  <a:pt x="17438" y="217827"/>
                </a:lnTo>
                <a:lnTo>
                  <a:pt x="14675" y="201097"/>
                </a:lnTo>
                <a:lnTo>
                  <a:pt x="11549" y="184431"/>
                </a:lnTo>
                <a:lnTo>
                  <a:pt x="8060" y="167838"/>
                </a:lnTo>
                <a:lnTo>
                  <a:pt x="4209" y="151325"/>
                </a:lnTo>
                <a:lnTo>
                  <a:pt x="0" y="134899"/>
                </a:lnTo>
                <a:close/>
              </a:path>
            </a:pathLst>
          </a:custGeom>
          <a:solidFill>
            <a:srgbClr val="D7E9F2"/>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9369842" y="3288098"/>
            <a:ext cx="646579" cy="646579"/>
          </a:xfrm>
          <a:prstGeom prst="line">
            <a:avLst/>
          </a:prstGeom>
          <a:ln w="20320">
            <a:solidFill>
              <a:srgbClr val="0072B2"/>
            </a:solidFill>
          </a:ln>
        </p:spPr>
        <p:style>
          <a:lnRef idx="2">
            <a:schemeClr val="accent1"/>
          </a:lnRef>
          <a:fillRef idx="0">
            <a:schemeClr val="accent1"/>
          </a:fillRef>
          <a:effectRef idx="1">
            <a:schemeClr val="accent1"/>
          </a:effectRef>
          <a:fontRef idx="minor">
            <a:schemeClr val="tx1"/>
          </a:fontRef>
        </p:style>
      </p:cxnSp>
      <p:sp>
        <p:nvSpPr>
          <p:cNvPr id="57" name="Freeform 56"/>
          <p:cNvSpPr/>
          <p:nvPr/>
        </p:nvSpPr>
        <p:spPr>
          <a:xfrm>
            <a:off x="9290304" y="4206240"/>
            <a:ext cx="585215" cy="673109"/>
          </a:xfrm>
          <a:custGeom>
            <a:avLst/>
            <a:gdLst/>
            <a:ahLst/>
            <a:cxnLst/>
            <a:rect l="l" t="t" r="r" b="b"/>
            <a:pathLst>
              <a:path w="585215" h="673109">
                <a:moveTo>
                  <a:pt x="585215" y="0"/>
                </a:moveTo>
                <a:lnTo>
                  <a:pt x="585038" y="16609"/>
                </a:lnTo>
                <a:lnTo>
                  <a:pt x="584506" y="33211"/>
                </a:lnTo>
                <a:lnTo>
                  <a:pt x="583619" y="49797"/>
                </a:lnTo>
                <a:lnTo>
                  <a:pt x="582377" y="66361"/>
                </a:lnTo>
                <a:lnTo>
                  <a:pt x="580782" y="82895"/>
                </a:lnTo>
                <a:lnTo>
                  <a:pt x="578834" y="99391"/>
                </a:lnTo>
                <a:lnTo>
                  <a:pt x="576534" y="115841"/>
                </a:lnTo>
                <a:lnTo>
                  <a:pt x="573883" y="132239"/>
                </a:lnTo>
                <a:lnTo>
                  <a:pt x="570883" y="148576"/>
                </a:lnTo>
                <a:lnTo>
                  <a:pt x="567533" y="164845"/>
                </a:lnTo>
                <a:lnTo>
                  <a:pt x="563837" y="181039"/>
                </a:lnTo>
                <a:lnTo>
                  <a:pt x="559796" y="197150"/>
                </a:lnTo>
                <a:lnTo>
                  <a:pt x="555411" y="213171"/>
                </a:lnTo>
                <a:lnTo>
                  <a:pt x="550685" y="229095"/>
                </a:lnTo>
                <a:lnTo>
                  <a:pt x="545620" y="244914"/>
                </a:lnTo>
                <a:lnTo>
                  <a:pt x="540217" y="260622"/>
                </a:lnTo>
                <a:lnTo>
                  <a:pt x="534481" y="276210"/>
                </a:lnTo>
                <a:lnTo>
                  <a:pt x="528412" y="291672"/>
                </a:lnTo>
                <a:lnTo>
                  <a:pt x="522015" y="307001"/>
                </a:lnTo>
                <a:lnTo>
                  <a:pt x="515291" y="322190"/>
                </a:lnTo>
                <a:lnTo>
                  <a:pt x="508245" y="337231"/>
                </a:lnTo>
                <a:lnTo>
                  <a:pt x="500878" y="352119"/>
                </a:lnTo>
                <a:lnTo>
                  <a:pt x="493195" y="366846"/>
                </a:lnTo>
                <a:lnTo>
                  <a:pt x="485199" y="381405"/>
                </a:lnTo>
                <a:lnTo>
                  <a:pt x="476894" y="395790"/>
                </a:lnTo>
                <a:lnTo>
                  <a:pt x="468283" y="409994"/>
                </a:lnTo>
                <a:lnTo>
                  <a:pt x="459371" y="424011"/>
                </a:lnTo>
                <a:lnTo>
                  <a:pt x="450161" y="437834"/>
                </a:lnTo>
                <a:lnTo>
                  <a:pt x="440658" y="451458"/>
                </a:lnTo>
                <a:lnTo>
                  <a:pt x="430866" y="464875"/>
                </a:lnTo>
                <a:lnTo>
                  <a:pt x="420790" y="478080"/>
                </a:lnTo>
                <a:lnTo>
                  <a:pt x="410433" y="491066"/>
                </a:lnTo>
                <a:lnTo>
                  <a:pt x="399802" y="503829"/>
                </a:lnTo>
                <a:lnTo>
                  <a:pt x="388900" y="516361"/>
                </a:lnTo>
                <a:lnTo>
                  <a:pt x="377733" y="528657"/>
                </a:lnTo>
                <a:lnTo>
                  <a:pt x="366305" y="540712"/>
                </a:lnTo>
                <a:lnTo>
                  <a:pt x="354623" y="552520"/>
                </a:lnTo>
                <a:lnTo>
                  <a:pt x="342691" y="564075"/>
                </a:lnTo>
                <a:lnTo>
                  <a:pt x="330515" y="575373"/>
                </a:lnTo>
                <a:lnTo>
                  <a:pt x="318100" y="586408"/>
                </a:lnTo>
                <a:lnTo>
                  <a:pt x="305452" y="597176"/>
                </a:lnTo>
                <a:lnTo>
                  <a:pt x="292577" y="607670"/>
                </a:lnTo>
                <a:lnTo>
                  <a:pt x="279480" y="617887"/>
                </a:lnTo>
                <a:lnTo>
                  <a:pt x="266168" y="627822"/>
                </a:lnTo>
                <a:lnTo>
                  <a:pt x="252647" y="637470"/>
                </a:lnTo>
                <a:lnTo>
                  <a:pt x="238923" y="646827"/>
                </a:lnTo>
                <a:lnTo>
                  <a:pt x="225002" y="655889"/>
                </a:lnTo>
                <a:lnTo>
                  <a:pt x="210891" y="664651"/>
                </a:lnTo>
                <a:lnTo>
                  <a:pt x="196596" y="673109"/>
                </a:lnTo>
                <a:lnTo>
                  <a:pt x="0" y="332595"/>
                </a:lnTo>
                <a:lnTo>
                  <a:pt x="7063" y="328415"/>
                </a:lnTo>
                <a:lnTo>
                  <a:pt x="14036" y="324086"/>
                </a:lnTo>
                <a:lnTo>
                  <a:pt x="20914" y="319608"/>
                </a:lnTo>
                <a:lnTo>
                  <a:pt x="27696" y="314985"/>
                </a:lnTo>
                <a:lnTo>
                  <a:pt x="34377" y="310218"/>
                </a:lnTo>
                <a:lnTo>
                  <a:pt x="40954" y="305309"/>
                </a:lnTo>
                <a:lnTo>
                  <a:pt x="47426" y="300260"/>
                </a:lnTo>
                <a:lnTo>
                  <a:pt x="53787" y="295075"/>
                </a:lnTo>
                <a:lnTo>
                  <a:pt x="60037" y="289754"/>
                </a:lnTo>
                <a:lnTo>
                  <a:pt x="66171" y="284302"/>
                </a:lnTo>
                <a:lnTo>
                  <a:pt x="72188" y="278719"/>
                </a:lnTo>
                <a:lnTo>
                  <a:pt x="78084" y="273009"/>
                </a:lnTo>
                <a:lnTo>
                  <a:pt x="83856" y="267175"/>
                </a:lnTo>
                <a:lnTo>
                  <a:pt x="89503" y="261218"/>
                </a:lnTo>
                <a:lnTo>
                  <a:pt x="95021" y="255143"/>
                </a:lnTo>
                <a:lnTo>
                  <a:pt x="100407" y="248950"/>
                </a:lnTo>
                <a:lnTo>
                  <a:pt x="105661" y="242644"/>
                </a:lnTo>
                <a:lnTo>
                  <a:pt x="110778" y="236227"/>
                </a:lnTo>
                <a:lnTo>
                  <a:pt x="115757" y="229703"/>
                </a:lnTo>
                <a:lnTo>
                  <a:pt x="120595" y="223073"/>
                </a:lnTo>
                <a:lnTo>
                  <a:pt x="125291" y="216341"/>
                </a:lnTo>
                <a:lnTo>
                  <a:pt x="129842" y="209511"/>
                </a:lnTo>
                <a:lnTo>
                  <a:pt x="134245" y="202585"/>
                </a:lnTo>
                <a:lnTo>
                  <a:pt x="138500" y="195566"/>
                </a:lnTo>
                <a:lnTo>
                  <a:pt x="142604" y="188459"/>
                </a:lnTo>
                <a:lnTo>
                  <a:pt x="146555" y="181265"/>
                </a:lnTo>
                <a:lnTo>
                  <a:pt x="150351" y="173988"/>
                </a:lnTo>
                <a:lnTo>
                  <a:pt x="153991" y="166632"/>
                </a:lnTo>
                <a:lnTo>
                  <a:pt x="157473" y="159199"/>
                </a:lnTo>
                <a:lnTo>
                  <a:pt x="160795" y="151694"/>
                </a:lnTo>
                <a:lnTo>
                  <a:pt x="163956" y="144120"/>
                </a:lnTo>
                <a:lnTo>
                  <a:pt x="166955" y="136480"/>
                </a:lnTo>
                <a:lnTo>
                  <a:pt x="169789" y="128777"/>
                </a:lnTo>
                <a:lnTo>
                  <a:pt x="172458" y="121016"/>
                </a:lnTo>
                <a:lnTo>
                  <a:pt x="174961" y="113200"/>
                </a:lnTo>
                <a:lnTo>
                  <a:pt x="177297" y="105331"/>
                </a:lnTo>
                <a:lnTo>
                  <a:pt x="179463" y="97415"/>
                </a:lnTo>
                <a:lnTo>
                  <a:pt x="181460" y="89454"/>
                </a:lnTo>
                <a:lnTo>
                  <a:pt x="183286" y="81452"/>
                </a:lnTo>
                <a:lnTo>
                  <a:pt x="184941" y="73414"/>
                </a:lnTo>
                <a:lnTo>
                  <a:pt x="186424" y="65341"/>
                </a:lnTo>
                <a:lnTo>
                  <a:pt x="187734" y="57239"/>
                </a:lnTo>
                <a:lnTo>
                  <a:pt x="188870" y="49110"/>
                </a:lnTo>
                <a:lnTo>
                  <a:pt x="189833" y="40960"/>
                </a:lnTo>
                <a:lnTo>
                  <a:pt x="190621" y="32790"/>
                </a:lnTo>
                <a:lnTo>
                  <a:pt x="191234" y="24606"/>
                </a:lnTo>
                <a:lnTo>
                  <a:pt x="191673" y="16410"/>
                </a:lnTo>
                <a:lnTo>
                  <a:pt x="191936" y="8207"/>
                </a:lnTo>
                <a:lnTo>
                  <a:pt x="192024" y="0"/>
                </a:lnTo>
                <a:close/>
              </a:path>
            </a:pathLst>
          </a:custGeom>
          <a:solidFill>
            <a:srgbClr val="D5C9E3"/>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9849036" y="4206240"/>
            <a:ext cx="547692" cy="336063"/>
          </a:xfrm>
          <a:custGeom>
            <a:avLst/>
            <a:gdLst/>
            <a:ahLst/>
            <a:cxnLst/>
            <a:rect l="l" t="t" r="r" b="b"/>
            <a:pathLst>
              <a:path w="547692" h="336063">
                <a:moveTo>
                  <a:pt x="547692" y="0"/>
                </a:moveTo>
                <a:lnTo>
                  <a:pt x="547383" y="28325"/>
                </a:lnTo>
                <a:lnTo>
                  <a:pt x="546456" y="56637"/>
                </a:lnTo>
                <a:lnTo>
                  <a:pt x="544911" y="84922"/>
                </a:lnTo>
                <a:lnTo>
                  <a:pt x="542751" y="113167"/>
                </a:lnTo>
                <a:lnTo>
                  <a:pt x="539974" y="141357"/>
                </a:lnTo>
                <a:lnTo>
                  <a:pt x="536583" y="169481"/>
                </a:lnTo>
                <a:lnTo>
                  <a:pt x="532580" y="197524"/>
                </a:lnTo>
                <a:lnTo>
                  <a:pt x="527965" y="225473"/>
                </a:lnTo>
                <a:lnTo>
                  <a:pt x="522742" y="253314"/>
                </a:lnTo>
                <a:lnTo>
                  <a:pt x="516913" y="281035"/>
                </a:lnTo>
                <a:lnTo>
                  <a:pt x="510481" y="308622"/>
                </a:lnTo>
                <a:lnTo>
                  <a:pt x="503448" y="336063"/>
                </a:lnTo>
                <a:lnTo>
                  <a:pt x="0" y="201164"/>
                </a:lnTo>
                <a:lnTo>
                  <a:pt x="4209" y="184738"/>
                </a:lnTo>
                <a:lnTo>
                  <a:pt x="8060" y="168225"/>
                </a:lnTo>
                <a:lnTo>
                  <a:pt x="11549" y="151632"/>
                </a:lnTo>
                <a:lnTo>
                  <a:pt x="14675" y="134966"/>
                </a:lnTo>
                <a:lnTo>
                  <a:pt x="17438" y="118236"/>
                </a:lnTo>
                <a:lnTo>
                  <a:pt x="19834" y="101450"/>
                </a:lnTo>
                <a:lnTo>
                  <a:pt x="21864" y="84615"/>
                </a:lnTo>
                <a:lnTo>
                  <a:pt x="23526" y="67740"/>
                </a:lnTo>
                <a:lnTo>
                  <a:pt x="24819" y="50833"/>
                </a:lnTo>
                <a:lnTo>
                  <a:pt x="25744" y="33902"/>
                </a:lnTo>
                <a:lnTo>
                  <a:pt x="26299" y="16955"/>
                </a:lnTo>
                <a:lnTo>
                  <a:pt x="26483"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9771389" y="4407404"/>
            <a:ext cx="581095" cy="448060"/>
          </a:xfrm>
          <a:custGeom>
            <a:avLst/>
            <a:gdLst/>
            <a:ahLst/>
            <a:cxnLst/>
            <a:rect l="l" t="t" r="r" b="b"/>
            <a:pathLst>
              <a:path w="581095" h="448060">
                <a:moveTo>
                  <a:pt x="581095" y="134899"/>
                </a:moveTo>
                <a:lnTo>
                  <a:pt x="573465" y="162179"/>
                </a:lnTo>
                <a:lnTo>
                  <a:pt x="565242" y="189286"/>
                </a:lnTo>
                <a:lnTo>
                  <a:pt x="556430" y="216208"/>
                </a:lnTo>
                <a:lnTo>
                  <a:pt x="547033" y="242931"/>
                </a:lnTo>
                <a:lnTo>
                  <a:pt x="537054" y="269442"/>
                </a:lnTo>
                <a:lnTo>
                  <a:pt x="526500" y="295730"/>
                </a:lnTo>
                <a:lnTo>
                  <a:pt x="515375" y="321781"/>
                </a:lnTo>
                <a:lnTo>
                  <a:pt x="503684" y="347583"/>
                </a:lnTo>
                <a:lnTo>
                  <a:pt x="491433" y="373124"/>
                </a:lnTo>
                <a:lnTo>
                  <a:pt x="478628" y="398392"/>
                </a:lnTo>
                <a:lnTo>
                  <a:pt x="465275" y="423374"/>
                </a:lnTo>
                <a:lnTo>
                  <a:pt x="451379" y="448060"/>
                </a:lnTo>
                <a:lnTo>
                  <a:pt x="0" y="187455"/>
                </a:lnTo>
                <a:lnTo>
                  <a:pt x="8318" y="172679"/>
                </a:lnTo>
                <a:lnTo>
                  <a:pt x="16311" y="157725"/>
                </a:lnTo>
                <a:lnTo>
                  <a:pt x="23976" y="142600"/>
                </a:lnTo>
                <a:lnTo>
                  <a:pt x="31309" y="127311"/>
                </a:lnTo>
                <a:lnTo>
                  <a:pt x="38307" y="111866"/>
                </a:lnTo>
                <a:lnTo>
                  <a:pt x="44967" y="96272"/>
                </a:lnTo>
                <a:lnTo>
                  <a:pt x="51284" y="80537"/>
                </a:lnTo>
                <a:lnTo>
                  <a:pt x="57257" y="64667"/>
                </a:lnTo>
                <a:lnTo>
                  <a:pt x="62882" y="48671"/>
                </a:lnTo>
                <a:lnTo>
                  <a:pt x="68157" y="32556"/>
                </a:lnTo>
                <a:lnTo>
                  <a:pt x="73080" y="16330"/>
                </a:lnTo>
                <a:lnTo>
                  <a:pt x="77647"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9647871" y="4594859"/>
            <a:ext cx="574897" cy="529522"/>
          </a:xfrm>
          <a:custGeom>
            <a:avLst/>
            <a:gdLst/>
            <a:ahLst/>
            <a:cxnLst/>
            <a:rect l="l" t="t" r="r" b="b"/>
            <a:pathLst>
              <a:path w="574897" h="529522">
                <a:moveTo>
                  <a:pt x="574897" y="260605"/>
                </a:moveTo>
                <a:lnTo>
                  <a:pt x="560467" y="284981"/>
                </a:lnTo>
                <a:lnTo>
                  <a:pt x="545508" y="309036"/>
                </a:lnTo>
                <a:lnTo>
                  <a:pt x="530029" y="332760"/>
                </a:lnTo>
                <a:lnTo>
                  <a:pt x="514035" y="356140"/>
                </a:lnTo>
                <a:lnTo>
                  <a:pt x="497535" y="379165"/>
                </a:lnTo>
                <a:lnTo>
                  <a:pt x="480537" y="401826"/>
                </a:lnTo>
                <a:lnTo>
                  <a:pt x="463048" y="424110"/>
                </a:lnTo>
                <a:lnTo>
                  <a:pt x="445077" y="446007"/>
                </a:lnTo>
                <a:lnTo>
                  <a:pt x="426633" y="467507"/>
                </a:lnTo>
                <a:lnTo>
                  <a:pt x="407725" y="488599"/>
                </a:lnTo>
                <a:lnTo>
                  <a:pt x="388361" y="509274"/>
                </a:lnTo>
                <a:lnTo>
                  <a:pt x="368550" y="529522"/>
                </a:lnTo>
                <a:lnTo>
                  <a:pt x="0" y="160972"/>
                </a:lnTo>
                <a:lnTo>
                  <a:pt x="11859" y="148852"/>
                </a:lnTo>
                <a:lnTo>
                  <a:pt x="23450" y="136476"/>
                </a:lnTo>
                <a:lnTo>
                  <a:pt x="34768" y="123850"/>
                </a:lnTo>
                <a:lnTo>
                  <a:pt x="45809" y="110981"/>
                </a:lnTo>
                <a:lnTo>
                  <a:pt x="56566" y="97873"/>
                </a:lnTo>
                <a:lnTo>
                  <a:pt x="67034" y="84534"/>
                </a:lnTo>
                <a:lnTo>
                  <a:pt x="77210" y="70970"/>
                </a:lnTo>
                <a:lnTo>
                  <a:pt x="87086" y="57187"/>
                </a:lnTo>
                <a:lnTo>
                  <a:pt x="96660" y="43192"/>
                </a:lnTo>
                <a:lnTo>
                  <a:pt x="105926" y="28991"/>
                </a:lnTo>
                <a:lnTo>
                  <a:pt x="114880" y="14592"/>
                </a:lnTo>
                <a:lnTo>
                  <a:pt x="123518"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9486899" y="4755831"/>
            <a:ext cx="529522" cy="574897"/>
          </a:xfrm>
          <a:custGeom>
            <a:avLst/>
            <a:gdLst/>
            <a:ahLst/>
            <a:cxnLst/>
            <a:rect l="l" t="t" r="r" b="b"/>
            <a:pathLst>
              <a:path w="529522" h="574897">
                <a:moveTo>
                  <a:pt x="529522" y="368550"/>
                </a:moveTo>
                <a:lnTo>
                  <a:pt x="509274" y="388361"/>
                </a:lnTo>
                <a:lnTo>
                  <a:pt x="488599" y="407725"/>
                </a:lnTo>
                <a:lnTo>
                  <a:pt x="467507" y="426633"/>
                </a:lnTo>
                <a:lnTo>
                  <a:pt x="446007" y="445077"/>
                </a:lnTo>
                <a:lnTo>
                  <a:pt x="424110" y="463048"/>
                </a:lnTo>
                <a:lnTo>
                  <a:pt x="401826" y="480537"/>
                </a:lnTo>
                <a:lnTo>
                  <a:pt x="379165" y="497535"/>
                </a:lnTo>
                <a:lnTo>
                  <a:pt x="356140" y="514035"/>
                </a:lnTo>
                <a:lnTo>
                  <a:pt x="332760" y="530029"/>
                </a:lnTo>
                <a:lnTo>
                  <a:pt x="309036" y="545508"/>
                </a:lnTo>
                <a:lnTo>
                  <a:pt x="284981" y="560467"/>
                </a:lnTo>
                <a:lnTo>
                  <a:pt x="260604" y="574897"/>
                </a:lnTo>
                <a:lnTo>
                  <a:pt x="0" y="123518"/>
                </a:lnTo>
                <a:lnTo>
                  <a:pt x="14592" y="114880"/>
                </a:lnTo>
                <a:lnTo>
                  <a:pt x="28991" y="105926"/>
                </a:lnTo>
                <a:lnTo>
                  <a:pt x="43192" y="96660"/>
                </a:lnTo>
                <a:lnTo>
                  <a:pt x="57187" y="87086"/>
                </a:lnTo>
                <a:lnTo>
                  <a:pt x="70970" y="77210"/>
                </a:lnTo>
                <a:lnTo>
                  <a:pt x="84534" y="67034"/>
                </a:lnTo>
                <a:lnTo>
                  <a:pt x="97873" y="56566"/>
                </a:lnTo>
                <a:lnTo>
                  <a:pt x="110981" y="45809"/>
                </a:lnTo>
                <a:lnTo>
                  <a:pt x="123850" y="34768"/>
                </a:lnTo>
                <a:lnTo>
                  <a:pt x="136476" y="23450"/>
                </a:lnTo>
                <a:lnTo>
                  <a:pt x="148852" y="11859"/>
                </a:lnTo>
                <a:lnTo>
                  <a:pt x="160972" y="0"/>
                </a:lnTo>
                <a:close/>
              </a:path>
            </a:pathLst>
          </a:custGeom>
          <a:solidFill>
            <a:srgbClr val="E7E1EF"/>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9482328" y="4206240"/>
            <a:ext cx="914400" cy="0"/>
          </a:xfrm>
          <a:prstGeom prst="line">
            <a:avLst/>
          </a:prstGeom>
          <a:ln w="20320">
            <a:solidFill>
              <a:srgbClr val="6A3D9A"/>
            </a:solidFill>
          </a:ln>
        </p:spPr>
        <p:style>
          <a:lnRef idx="2">
            <a:schemeClr val="accent1"/>
          </a:lnRef>
          <a:fillRef idx="0">
            <a:schemeClr val="accent1"/>
          </a:fillRef>
          <a:effectRef idx="1">
            <a:schemeClr val="accent1"/>
          </a:effectRef>
          <a:fontRef idx="minor">
            <a:schemeClr val="tx1"/>
          </a:fontRef>
        </p:style>
      </p:cxnSp>
      <p:sp>
        <p:nvSpPr>
          <p:cNvPr id="63" name="Freeform 62"/>
          <p:cNvSpPr/>
          <p:nvPr/>
        </p:nvSpPr>
        <p:spPr>
          <a:xfrm>
            <a:off x="8548688" y="4477802"/>
            <a:ext cx="938212" cy="505671"/>
          </a:xfrm>
          <a:custGeom>
            <a:avLst/>
            <a:gdLst/>
            <a:ahLst/>
            <a:cxnLst/>
            <a:rect l="l" t="t" r="r" b="b"/>
            <a:pathLst>
              <a:path w="938212" h="505671">
                <a:moveTo>
                  <a:pt x="938212" y="401547"/>
                </a:moveTo>
                <a:lnTo>
                  <a:pt x="923915" y="409601"/>
                </a:lnTo>
                <a:lnTo>
                  <a:pt x="909451" y="417352"/>
                </a:lnTo>
                <a:lnTo>
                  <a:pt x="894827" y="424796"/>
                </a:lnTo>
                <a:lnTo>
                  <a:pt x="880049" y="431929"/>
                </a:lnTo>
                <a:lnTo>
                  <a:pt x="865124" y="438748"/>
                </a:lnTo>
                <a:lnTo>
                  <a:pt x="850058" y="445251"/>
                </a:lnTo>
                <a:lnTo>
                  <a:pt x="834858" y="451435"/>
                </a:lnTo>
                <a:lnTo>
                  <a:pt x="819531" y="457296"/>
                </a:lnTo>
                <a:lnTo>
                  <a:pt x="804084" y="462832"/>
                </a:lnTo>
                <a:lnTo>
                  <a:pt x="788523" y="468041"/>
                </a:lnTo>
                <a:lnTo>
                  <a:pt x="772856" y="472921"/>
                </a:lnTo>
                <a:lnTo>
                  <a:pt x="757089" y="477468"/>
                </a:lnTo>
                <a:lnTo>
                  <a:pt x="741230" y="481682"/>
                </a:lnTo>
                <a:lnTo>
                  <a:pt x="725285" y="485560"/>
                </a:lnTo>
                <a:lnTo>
                  <a:pt x="709262" y="489100"/>
                </a:lnTo>
                <a:lnTo>
                  <a:pt x="693168" y="492301"/>
                </a:lnTo>
                <a:lnTo>
                  <a:pt x="677010" y="495162"/>
                </a:lnTo>
                <a:lnTo>
                  <a:pt x="660795" y="497681"/>
                </a:lnTo>
                <a:lnTo>
                  <a:pt x="644530" y="499857"/>
                </a:lnTo>
                <a:lnTo>
                  <a:pt x="628224" y="501690"/>
                </a:lnTo>
                <a:lnTo>
                  <a:pt x="611882" y="503177"/>
                </a:lnTo>
                <a:lnTo>
                  <a:pt x="595512" y="504320"/>
                </a:lnTo>
                <a:lnTo>
                  <a:pt x="579122" y="505116"/>
                </a:lnTo>
                <a:lnTo>
                  <a:pt x="562719" y="505567"/>
                </a:lnTo>
                <a:lnTo>
                  <a:pt x="546310" y="505671"/>
                </a:lnTo>
                <a:lnTo>
                  <a:pt x="529902" y="505428"/>
                </a:lnTo>
                <a:lnTo>
                  <a:pt x="513503" y="504839"/>
                </a:lnTo>
                <a:lnTo>
                  <a:pt x="497120" y="503904"/>
                </a:lnTo>
                <a:lnTo>
                  <a:pt x="480761" y="502624"/>
                </a:lnTo>
                <a:lnTo>
                  <a:pt x="464432" y="500998"/>
                </a:lnTo>
                <a:lnTo>
                  <a:pt x="448141" y="499028"/>
                </a:lnTo>
                <a:lnTo>
                  <a:pt x="431896" y="496715"/>
                </a:lnTo>
                <a:lnTo>
                  <a:pt x="415703" y="494059"/>
                </a:lnTo>
                <a:lnTo>
                  <a:pt x="399569" y="491061"/>
                </a:lnTo>
                <a:lnTo>
                  <a:pt x="383503" y="487724"/>
                </a:lnTo>
                <a:lnTo>
                  <a:pt x="367510" y="484049"/>
                </a:lnTo>
                <a:lnTo>
                  <a:pt x="351599" y="480036"/>
                </a:lnTo>
                <a:lnTo>
                  <a:pt x="335776" y="475689"/>
                </a:lnTo>
                <a:lnTo>
                  <a:pt x="320048" y="471009"/>
                </a:lnTo>
                <a:lnTo>
                  <a:pt x="304423" y="465997"/>
                </a:lnTo>
                <a:lnTo>
                  <a:pt x="288906" y="460657"/>
                </a:lnTo>
                <a:lnTo>
                  <a:pt x="273506" y="454990"/>
                </a:lnTo>
                <a:lnTo>
                  <a:pt x="258229" y="449000"/>
                </a:lnTo>
                <a:lnTo>
                  <a:pt x="243082" y="442688"/>
                </a:lnTo>
                <a:lnTo>
                  <a:pt x="228072" y="436058"/>
                </a:lnTo>
                <a:lnTo>
                  <a:pt x="213205" y="429113"/>
                </a:lnTo>
                <a:lnTo>
                  <a:pt x="198488" y="421855"/>
                </a:lnTo>
                <a:lnTo>
                  <a:pt x="183927" y="414288"/>
                </a:lnTo>
                <a:lnTo>
                  <a:pt x="169529" y="406416"/>
                </a:lnTo>
                <a:lnTo>
                  <a:pt x="155301" y="398241"/>
                </a:lnTo>
                <a:lnTo>
                  <a:pt x="141248" y="389768"/>
                </a:lnTo>
                <a:lnTo>
                  <a:pt x="127378" y="381000"/>
                </a:lnTo>
                <a:lnTo>
                  <a:pt x="113696" y="371941"/>
                </a:lnTo>
                <a:lnTo>
                  <a:pt x="100207" y="362595"/>
                </a:lnTo>
                <a:lnTo>
                  <a:pt x="86920" y="352967"/>
                </a:lnTo>
                <a:lnTo>
                  <a:pt x="73838" y="343060"/>
                </a:lnTo>
                <a:lnTo>
                  <a:pt x="60969" y="332879"/>
                </a:lnTo>
                <a:lnTo>
                  <a:pt x="48317" y="322429"/>
                </a:lnTo>
                <a:lnTo>
                  <a:pt x="35889" y="311714"/>
                </a:lnTo>
                <a:lnTo>
                  <a:pt x="23690" y="300739"/>
                </a:lnTo>
                <a:lnTo>
                  <a:pt x="11725" y="289509"/>
                </a:lnTo>
                <a:lnTo>
                  <a:pt x="0" y="278029"/>
                </a:lnTo>
                <a:lnTo>
                  <a:pt x="278029" y="0"/>
                </a:lnTo>
                <a:lnTo>
                  <a:pt x="283822" y="5673"/>
                </a:lnTo>
                <a:lnTo>
                  <a:pt x="289734" y="11222"/>
                </a:lnTo>
                <a:lnTo>
                  <a:pt x="295762" y="16645"/>
                </a:lnTo>
                <a:lnTo>
                  <a:pt x="301903" y="21939"/>
                </a:lnTo>
                <a:lnTo>
                  <a:pt x="308154" y="27103"/>
                </a:lnTo>
                <a:lnTo>
                  <a:pt x="314513" y="32133"/>
                </a:lnTo>
                <a:lnTo>
                  <a:pt x="320977" y="37028"/>
                </a:lnTo>
                <a:lnTo>
                  <a:pt x="327543" y="41786"/>
                </a:lnTo>
                <a:lnTo>
                  <a:pt x="334208" y="46404"/>
                </a:lnTo>
                <a:lnTo>
                  <a:pt x="340968" y="50880"/>
                </a:lnTo>
                <a:lnTo>
                  <a:pt x="347822" y="55213"/>
                </a:lnTo>
                <a:lnTo>
                  <a:pt x="354766" y="59399"/>
                </a:lnTo>
                <a:lnTo>
                  <a:pt x="361796" y="63439"/>
                </a:lnTo>
                <a:lnTo>
                  <a:pt x="368910" y="67329"/>
                </a:lnTo>
                <a:lnTo>
                  <a:pt x="376105" y="71067"/>
                </a:lnTo>
                <a:lnTo>
                  <a:pt x="383377" y="74654"/>
                </a:lnTo>
                <a:lnTo>
                  <a:pt x="390723" y="78085"/>
                </a:lnTo>
                <a:lnTo>
                  <a:pt x="398140" y="81361"/>
                </a:lnTo>
                <a:lnTo>
                  <a:pt x="405624" y="84480"/>
                </a:lnTo>
                <a:lnTo>
                  <a:pt x="413173" y="87440"/>
                </a:lnTo>
                <a:lnTo>
                  <a:pt x="420782" y="90240"/>
                </a:lnTo>
                <a:lnTo>
                  <a:pt x="428449" y="92879"/>
                </a:lnTo>
                <a:lnTo>
                  <a:pt x="436170" y="95355"/>
                </a:lnTo>
                <a:lnTo>
                  <a:pt x="443941" y="97668"/>
                </a:lnTo>
                <a:lnTo>
                  <a:pt x="451760" y="99816"/>
                </a:lnTo>
                <a:lnTo>
                  <a:pt x="459622" y="101798"/>
                </a:lnTo>
                <a:lnTo>
                  <a:pt x="467524" y="103615"/>
                </a:lnTo>
                <a:lnTo>
                  <a:pt x="475463" y="105263"/>
                </a:lnTo>
                <a:lnTo>
                  <a:pt x="483435" y="106744"/>
                </a:lnTo>
                <a:lnTo>
                  <a:pt x="491436" y="108057"/>
                </a:lnTo>
                <a:lnTo>
                  <a:pt x="499463" y="109200"/>
                </a:lnTo>
                <a:lnTo>
                  <a:pt x="507513" y="110173"/>
                </a:lnTo>
                <a:lnTo>
                  <a:pt x="515581" y="110977"/>
                </a:lnTo>
                <a:lnTo>
                  <a:pt x="523665" y="111609"/>
                </a:lnTo>
                <a:lnTo>
                  <a:pt x="531760" y="112071"/>
                </a:lnTo>
                <a:lnTo>
                  <a:pt x="539863" y="112362"/>
                </a:lnTo>
                <a:lnTo>
                  <a:pt x="547970" y="112482"/>
                </a:lnTo>
                <a:lnTo>
                  <a:pt x="556078" y="112431"/>
                </a:lnTo>
                <a:lnTo>
                  <a:pt x="564183" y="112208"/>
                </a:lnTo>
                <a:lnTo>
                  <a:pt x="572282" y="111815"/>
                </a:lnTo>
                <a:lnTo>
                  <a:pt x="580370" y="111250"/>
                </a:lnTo>
                <a:lnTo>
                  <a:pt x="588445" y="110515"/>
                </a:lnTo>
                <a:lnTo>
                  <a:pt x="596502" y="109610"/>
                </a:lnTo>
                <a:lnTo>
                  <a:pt x="604539" y="108534"/>
                </a:lnTo>
                <a:lnTo>
                  <a:pt x="612551" y="107290"/>
                </a:lnTo>
                <a:lnTo>
                  <a:pt x="620535" y="105876"/>
                </a:lnTo>
                <a:lnTo>
                  <a:pt x="628488" y="104294"/>
                </a:lnTo>
                <a:lnTo>
                  <a:pt x="636405" y="102545"/>
                </a:lnTo>
                <a:lnTo>
                  <a:pt x="644283" y="100629"/>
                </a:lnTo>
                <a:lnTo>
                  <a:pt x="652120" y="98547"/>
                </a:lnTo>
                <a:lnTo>
                  <a:pt x="659910" y="96300"/>
                </a:lnTo>
                <a:lnTo>
                  <a:pt x="667652" y="93889"/>
                </a:lnTo>
                <a:lnTo>
                  <a:pt x="675341" y="91315"/>
                </a:lnTo>
                <a:lnTo>
                  <a:pt x="682973" y="88579"/>
                </a:lnTo>
                <a:lnTo>
                  <a:pt x="690547" y="85683"/>
                </a:lnTo>
                <a:lnTo>
                  <a:pt x="698057" y="82628"/>
                </a:lnTo>
                <a:lnTo>
                  <a:pt x="705502" y="79415"/>
                </a:lnTo>
                <a:lnTo>
                  <a:pt x="712876" y="76045"/>
                </a:lnTo>
                <a:lnTo>
                  <a:pt x="720178" y="72520"/>
                </a:lnTo>
                <a:lnTo>
                  <a:pt x="727404" y="68842"/>
                </a:lnTo>
                <a:lnTo>
                  <a:pt x="734551" y="65013"/>
                </a:lnTo>
                <a:lnTo>
                  <a:pt x="741616" y="61033"/>
                </a:lnTo>
                <a:close/>
              </a:path>
            </a:pathLst>
          </a:custGeom>
          <a:solidFill>
            <a:srgbClr val="F6DB9E"/>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9299444" y="4879349"/>
            <a:ext cx="448060" cy="581095"/>
          </a:xfrm>
          <a:custGeom>
            <a:avLst/>
            <a:gdLst/>
            <a:ahLst/>
            <a:cxnLst/>
            <a:rect l="l" t="t" r="r" b="b"/>
            <a:pathLst>
              <a:path w="448060" h="581095">
                <a:moveTo>
                  <a:pt x="448060" y="451379"/>
                </a:moveTo>
                <a:lnTo>
                  <a:pt x="423374" y="465275"/>
                </a:lnTo>
                <a:lnTo>
                  <a:pt x="398392" y="478628"/>
                </a:lnTo>
                <a:lnTo>
                  <a:pt x="373124" y="491433"/>
                </a:lnTo>
                <a:lnTo>
                  <a:pt x="347583" y="503684"/>
                </a:lnTo>
                <a:lnTo>
                  <a:pt x="321781" y="515375"/>
                </a:lnTo>
                <a:lnTo>
                  <a:pt x="295730" y="526500"/>
                </a:lnTo>
                <a:lnTo>
                  <a:pt x="269442" y="537054"/>
                </a:lnTo>
                <a:lnTo>
                  <a:pt x="242931" y="547033"/>
                </a:lnTo>
                <a:lnTo>
                  <a:pt x="216208" y="556430"/>
                </a:lnTo>
                <a:lnTo>
                  <a:pt x="189286" y="565242"/>
                </a:lnTo>
                <a:lnTo>
                  <a:pt x="162179" y="573465"/>
                </a:lnTo>
                <a:lnTo>
                  <a:pt x="134899" y="581095"/>
                </a:lnTo>
                <a:lnTo>
                  <a:pt x="0" y="77647"/>
                </a:lnTo>
                <a:lnTo>
                  <a:pt x="16330" y="73080"/>
                </a:lnTo>
                <a:lnTo>
                  <a:pt x="32556" y="68157"/>
                </a:lnTo>
                <a:lnTo>
                  <a:pt x="48671" y="62882"/>
                </a:lnTo>
                <a:lnTo>
                  <a:pt x="64667" y="57257"/>
                </a:lnTo>
                <a:lnTo>
                  <a:pt x="80537" y="51284"/>
                </a:lnTo>
                <a:lnTo>
                  <a:pt x="96272" y="44967"/>
                </a:lnTo>
                <a:lnTo>
                  <a:pt x="111866" y="38307"/>
                </a:lnTo>
                <a:lnTo>
                  <a:pt x="127311" y="31309"/>
                </a:lnTo>
                <a:lnTo>
                  <a:pt x="142600" y="23976"/>
                </a:lnTo>
                <a:lnTo>
                  <a:pt x="157725" y="16311"/>
                </a:lnTo>
                <a:lnTo>
                  <a:pt x="172679" y="8318"/>
                </a:lnTo>
                <a:lnTo>
                  <a:pt x="187456" y="0"/>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9098280" y="4956996"/>
            <a:ext cx="336063" cy="547692"/>
          </a:xfrm>
          <a:custGeom>
            <a:avLst/>
            <a:gdLst/>
            <a:ahLst/>
            <a:cxnLst/>
            <a:rect l="l" t="t" r="r" b="b"/>
            <a:pathLst>
              <a:path w="336063" h="547692">
                <a:moveTo>
                  <a:pt x="336063" y="503448"/>
                </a:moveTo>
                <a:lnTo>
                  <a:pt x="308622" y="510481"/>
                </a:lnTo>
                <a:lnTo>
                  <a:pt x="281035" y="516913"/>
                </a:lnTo>
                <a:lnTo>
                  <a:pt x="253314" y="522742"/>
                </a:lnTo>
                <a:lnTo>
                  <a:pt x="225473" y="527965"/>
                </a:lnTo>
                <a:lnTo>
                  <a:pt x="197524" y="532580"/>
                </a:lnTo>
                <a:lnTo>
                  <a:pt x="169481" y="536583"/>
                </a:lnTo>
                <a:lnTo>
                  <a:pt x="141357" y="539974"/>
                </a:lnTo>
                <a:lnTo>
                  <a:pt x="113167" y="542751"/>
                </a:lnTo>
                <a:lnTo>
                  <a:pt x="84922" y="544911"/>
                </a:lnTo>
                <a:lnTo>
                  <a:pt x="56637" y="546456"/>
                </a:lnTo>
                <a:lnTo>
                  <a:pt x="28325" y="547383"/>
                </a:lnTo>
                <a:lnTo>
                  <a:pt x="0" y="547692"/>
                </a:lnTo>
                <a:lnTo>
                  <a:pt x="0" y="26483"/>
                </a:lnTo>
                <a:lnTo>
                  <a:pt x="16955" y="26299"/>
                </a:lnTo>
                <a:lnTo>
                  <a:pt x="33902" y="25744"/>
                </a:lnTo>
                <a:lnTo>
                  <a:pt x="50833" y="24819"/>
                </a:lnTo>
                <a:lnTo>
                  <a:pt x="67740" y="23526"/>
                </a:lnTo>
                <a:lnTo>
                  <a:pt x="84615" y="21864"/>
                </a:lnTo>
                <a:lnTo>
                  <a:pt x="101450" y="19834"/>
                </a:lnTo>
                <a:lnTo>
                  <a:pt x="118236" y="17438"/>
                </a:lnTo>
                <a:lnTo>
                  <a:pt x="134966" y="14675"/>
                </a:lnTo>
                <a:lnTo>
                  <a:pt x="151632" y="11549"/>
                </a:lnTo>
                <a:lnTo>
                  <a:pt x="168225" y="8060"/>
                </a:lnTo>
                <a:lnTo>
                  <a:pt x="184738" y="4209"/>
                </a:lnTo>
                <a:lnTo>
                  <a:pt x="201164" y="0"/>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8762216" y="4956996"/>
            <a:ext cx="336064" cy="547692"/>
          </a:xfrm>
          <a:custGeom>
            <a:avLst/>
            <a:gdLst/>
            <a:ahLst/>
            <a:cxnLst/>
            <a:rect l="l" t="t" r="r" b="b"/>
            <a:pathLst>
              <a:path w="336064" h="547692">
                <a:moveTo>
                  <a:pt x="336064" y="547692"/>
                </a:moveTo>
                <a:lnTo>
                  <a:pt x="307738" y="547383"/>
                </a:lnTo>
                <a:lnTo>
                  <a:pt x="279426" y="546456"/>
                </a:lnTo>
                <a:lnTo>
                  <a:pt x="251141" y="544911"/>
                </a:lnTo>
                <a:lnTo>
                  <a:pt x="222896" y="542751"/>
                </a:lnTo>
                <a:lnTo>
                  <a:pt x="194706" y="539974"/>
                </a:lnTo>
                <a:lnTo>
                  <a:pt x="166582" y="536583"/>
                </a:lnTo>
                <a:lnTo>
                  <a:pt x="138539" y="532580"/>
                </a:lnTo>
                <a:lnTo>
                  <a:pt x="110590" y="527965"/>
                </a:lnTo>
                <a:lnTo>
                  <a:pt x="82749" y="522742"/>
                </a:lnTo>
                <a:lnTo>
                  <a:pt x="55028" y="516913"/>
                </a:lnTo>
                <a:lnTo>
                  <a:pt x="27441" y="510481"/>
                </a:lnTo>
                <a:lnTo>
                  <a:pt x="0" y="503448"/>
                </a:lnTo>
                <a:lnTo>
                  <a:pt x="134899" y="0"/>
                </a:lnTo>
                <a:lnTo>
                  <a:pt x="151325" y="4209"/>
                </a:lnTo>
                <a:lnTo>
                  <a:pt x="167838" y="8060"/>
                </a:lnTo>
                <a:lnTo>
                  <a:pt x="184431" y="11549"/>
                </a:lnTo>
                <a:lnTo>
                  <a:pt x="201097" y="14675"/>
                </a:lnTo>
                <a:lnTo>
                  <a:pt x="217827" y="17438"/>
                </a:lnTo>
                <a:lnTo>
                  <a:pt x="234613" y="19834"/>
                </a:lnTo>
                <a:lnTo>
                  <a:pt x="251448" y="21864"/>
                </a:lnTo>
                <a:lnTo>
                  <a:pt x="268323" y="23526"/>
                </a:lnTo>
                <a:lnTo>
                  <a:pt x="285230" y="24819"/>
                </a:lnTo>
                <a:lnTo>
                  <a:pt x="302161" y="25744"/>
                </a:lnTo>
                <a:lnTo>
                  <a:pt x="319108" y="26299"/>
                </a:lnTo>
                <a:lnTo>
                  <a:pt x="336064" y="26483"/>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8449056" y="4879349"/>
            <a:ext cx="448059" cy="581095"/>
          </a:xfrm>
          <a:custGeom>
            <a:avLst/>
            <a:gdLst/>
            <a:ahLst/>
            <a:cxnLst/>
            <a:rect l="l" t="t" r="r" b="b"/>
            <a:pathLst>
              <a:path w="448059" h="581095">
                <a:moveTo>
                  <a:pt x="313160" y="581095"/>
                </a:moveTo>
                <a:lnTo>
                  <a:pt x="285880" y="573465"/>
                </a:lnTo>
                <a:lnTo>
                  <a:pt x="258773" y="565242"/>
                </a:lnTo>
                <a:lnTo>
                  <a:pt x="231851" y="556430"/>
                </a:lnTo>
                <a:lnTo>
                  <a:pt x="205128" y="547033"/>
                </a:lnTo>
                <a:lnTo>
                  <a:pt x="178617" y="537054"/>
                </a:lnTo>
                <a:lnTo>
                  <a:pt x="152329" y="526500"/>
                </a:lnTo>
                <a:lnTo>
                  <a:pt x="126278" y="515375"/>
                </a:lnTo>
                <a:lnTo>
                  <a:pt x="100476" y="503684"/>
                </a:lnTo>
                <a:lnTo>
                  <a:pt x="74935" y="491433"/>
                </a:lnTo>
                <a:lnTo>
                  <a:pt x="49667" y="478628"/>
                </a:lnTo>
                <a:lnTo>
                  <a:pt x="24685" y="465275"/>
                </a:lnTo>
                <a:lnTo>
                  <a:pt x="0" y="451379"/>
                </a:lnTo>
                <a:lnTo>
                  <a:pt x="260604" y="0"/>
                </a:lnTo>
                <a:lnTo>
                  <a:pt x="275380" y="8318"/>
                </a:lnTo>
                <a:lnTo>
                  <a:pt x="290334" y="16311"/>
                </a:lnTo>
                <a:lnTo>
                  <a:pt x="305459" y="23976"/>
                </a:lnTo>
                <a:lnTo>
                  <a:pt x="320748" y="31309"/>
                </a:lnTo>
                <a:lnTo>
                  <a:pt x="336193" y="38307"/>
                </a:lnTo>
                <a:lnTo>
                  <a:pt x="351787" y="44967"/>
                </a:lnTo>
                <a:lnTo>
                  <a:pt x="367522" y="51284"/>
                </a:lnTo>
                <a:lnTo>
                  <a:pt x="383392" y="57257"/>
                </a:lnTo>
                <a:lnTo>
                  <a:pt x="399388" y="62882"/>
                </a:lnTo>
                <a:lnTo>
                  <a:pt x="415503" y="68157"/>
                </a:lnTo>
                <a:lnTo>
                  <a:pt x="431729" y="73080"/>
                </a:lnTo>
                <a:lnTo>
                  <a:pt x="448059" y="77647"/>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8180138" y="4755831"/>
            <a:ext cx="529522" cy="574897"/>
          </a:xfrm>
          <a:custGeom>
            <a:avLst/>
            <a:gdLst/>
            <a:ahLst/>
            <a:cxnLst/>
            <a:rect l="l" t="t" r="r" b="b"/>
            <a:pathLst>
              <a:path w="529522" h="574897">
                <a:moveTo>
                  <a:pt x="268918" y="574897"/>
                </a:moveTo>
                <a:lnTo>
                  <a:pt x="244541" y="560467"/>
                </a:lnTo>
                <a:lnTo>
                  <a:pt x="220486" y="545508"/>
                </a:lnTo>
                <a:lnTo>
                  <a:pt x="196762" y="530029"/>
                </a:lnTo>
                <a:lnTo>
                  <a:pt x="173382" y="514035"/>
                </a:lnTo>
                <a:lnTo>
                  <a:pt x="150357" y="497535"/>
                </a:lnTo>
                <a:lnTo>
                  <a:pt x="127696" y="480537"/>
                </a:lnTo>
                <a:lnTo>
                  <a:pt x="105412" y="463048"/>
                </a:lnTo>
                <a:lnTo>
                  <a:pt x="83515" y="445077"/>
                </a:lnTo>
                <a:lnTo>
                  <a:pt x="62015" y="426633"/>
                </a:lnTo>
                <a:lnTo>
                  <a:pt x="40923" y="407725"/>
                </a:lnTo>
                <a:lnTo>
                  <a:pt x="20248" y="388361"/>
                </a:lnTo>
                <a:lnTo>
                  <a:pt x="0" y="368550"/>
                </a:lnTo>
                <a:lnTo>
                  <a:pt x="368550" y="0"/>
                </a:lnTo>
                <a:lnTo>
                  <a:pt x="380670" y="11859"/>
                </a:lnTo>
                <a:lnTo>
                  <a:pt x="393046" y="23450"/>
                </a:lnTo>
                <a:lnTo>
                  <a:pt x="405672" y="34768"/>
                </a:lnTo>
                <a:lnTo>
                  <a:pt x="418541" y="45809"/>
                </a:lnTo>
                <a:lnTo>
                  <a:pt x="431649" y="56566"/>
                </a:lnTo>
                <a:lnTo>
                  <a:pt x="444988" y="67034"/>
                </a:lnTo>
                <a:lnTo>
                  <a:pt x="458552" y="77210"/>
                </a:lnTo>
                <a:lnTo>
                  <a:pt x="472335" y="87086"/>
                </a:lnTo>
                <a:lnTo>
                  <a:pt x="486330" y="96660"/>
                </a:lnTo>
                <a:lnTo>
                  <a:pt x="500531" y="105926"/>
                </a:lnTo>
                <a:lnTo>
                  <a:pt x="514930" y="114880"/>
                </a:lnTo>
                <a:lnTo>
                  <a:pt x="529522" y="123518"/>
                </a:lnTo>
                <a:close/>
              </a:path>
            </a:pathLst>
          </a:custGeom>
          <a:solidFill>
            <a:srgbClr val="FAEB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9290304" y="4538835"/>
            <a:ext cx="457200" cy="791893"/>
          </a:xfrm>
          <a:prstGeom prst="line">
            <a:avLst/>
          </a:prstGeom>
          <a:ln w="20320">
            <a:solidFill>
              <a:srgbClr val="E69F00"/>
            </a:solidFill>
          </a:ln>
        </p:spPr>
        <p:style>
          <a:lnRef idx="2">
            <a:schemeClr val="accent1"/>
          </a:lnRef>
          <a:fillRef idx="0">
            <a:schemeClr val="accent1"/>
          </a:fillRef>
          <a:effectRef idx="1">
            <a:schemeClr val="accent1"/>
          </a:effectRef>
          <a:fontRef idx="minor">
            <a:schemeClr val="tx1"/>
          </a:fontRef>
        </p:style>
      </p:cxnSp>
      <p:sp>
        <p:nvSpPr>
          <p:cNvPr id="70" name="Freeform 69"/>
          <p:cNvSpPr/>
          <p:nvPr/>
        </p:nvSpPr>
        <p:spPr>
          <a:xfrm>
            <a:off x="8347523" y="4305638"/>
            <a:ext cx="479194" cy="450193"/>
          </a:xfrm>
          <a:custGeom>
            <a:avLst/>
            <a:gdLst/>
            <a:ahLst/>
            <a:cxnLst/>
            <a:rect l="l" t="t" r="r" b="b"/>
            <a:pathLst>
              <a:path w="479194" h="450193">
                <a:moveTo>
                  <a:pt x="201165" y="450193"/>
                </a:moveTo>
                <a:lnTo>
                  <a:pt x="189776" y="438563"/>
                </a:lnTo>
                <a:lnTo>
                  <a:pt x="178632" y="426697"/>
                </a:lnTo>
                <a:lnTo>
                  <a:pt x="167740" y="414600"/>
                </a:lnTo>
                <a:lnTo>
                  <a:pt x="157104" y="402277"/>
                </a:lnTo>
                <a:lnTo>
                  <a:pt x="146728" y="389734"/>
                </a:lnTo>
                <a:lnTo>
                  <a:pt x="136616" y="376977"/>
                </a:lnTo>
                <a:lnTo>
                  <a:pt x="126775" y="364011"/>
                </a:lnTo>
                <a:lnTo>
                  <a:pt x="117207" y="350842"/>
                </a:lnTo>
                <a:lnTo>
                  <a:pt x="107916" y="337475"/>
                </a:lnTo>
                <a:lnTo>
                  <a:pt x="98908" y="323917"/>
                </a:lnTo>
                <a:lnTo>
                  <a:pt x="90186" y="310173"/>
                </a:lnTo>
                <a:lnTo>
                  <a:pt x="81753" y="296249"/>
                </a:lnTo>
                <a:lnTo>
                  <a:pt x="73614" y="282152"/>
                </a:lnTo>
                <a:lnTo>
                  <a:pt x="65772" y="267887"/>
                </a:lnTo>
                <a:lnTo>
                  <a:pt x="58231" y="253461"/>
                </a:lnTo>
                <a:lnTo>
                  <a:pt x="50993" y="238881"/>
                </a:lnTo>
                <a:lnTo>
                  <a:pt x="44062" y="224152"/>
                </a:lnTo>
                <a:lnTo>
                  <a:pt x="37441" y="209281"/>
                </a:lnTo>
                <a:lnTo>
                  <a:pt x="31133" y="194274"/>
                </a:lnTo>
                <a:lnTo>
                  <a:pt x="25140" y="179139"/>
                </a:lnTo>
                <a:lnTo>
                  <a:pt x="19466" y="163882"/>
                </a:lnTo>
                <a:lnTo>
                  <a:pt x="14113" y="148509"/>
                </a:lnTo>
                <a:lnTo>
                  <a:pt x="9083" y="133028"/>
                </a:lnTo>
                <a:lnTo>
                  <a:pt x="4378" y="117445"/>
                </a:lnTo>
                <a:lnTo>
                  <a:pt x="0" y="101766"/>
                </a:lnTo>
                <a:lnTo>
                  <a:pt x="379795" y="0"/>
                </a:lnTo>
                <a:lnTo>
                  <a:pt x="381958" y="7747"/>
                </a:lnTo>
                <a:lnTo>
                  <a:pt x="384282" y="15448"/>
                </a:lnTo>
                <a:lnTo>
                  <a:pt x="386768" y="23097"/>
                </a:lnTo>
                <a:lnTo>
                  <a:pt x="389413" y="30693"/>
                </a:lnTo>
                <a:lnTo>
                  <a:pt x="392217" y="38232"/>
                </a:lnTo>
                <a:lnTo>
                  <a:pt x="395178" y="45710"/>
                </a:lnTo>
                <a:lnTo>
                  <a:pt x="398295" y="53125"/>
                </a:lnTo>
                <a:lnTo>
                  <a:pt x="401566" y="60473"/>
                </a:lnTo>
                <a:lnTo>
                  <a:pt x="404991" y="67751"/>
                </a:lnTo>
                <a:lnTo>
                  <a:pt x="408567" y="74956"/>
                </a:lnTo>
                <a:lnTo>
                  <a:pt x="412294" y="82084"/>
                </a:lnTo>
                <a:lnTo>
                  <a:pt x="416169" y="89132"/>
                </a:lnTo>
                <a:lnTo>
                  <a:pt x="420190" y="96098"/>
                </a:lnTo>
                <a:lnTo>
                  <a:pt x="424357" y="102978"/>
                </a:lnTo>
                <a:lnTo>
                  <a:pt x="428667" y="109769"/>
                </a:lnTo>
                <a:lnTo>
                  <a:pt x="433118" y="116468"/>
                </a:lnTo>
                <a:lnTo>
                  <a:pt x="437708" y="123073"/>
                </a:lnTo>
                <a:lnTo>
                  <a:pt x="442436" y="129580"/>
                </a:lnTo>
                <a:lnTo>
                  <a:pt x="447299" y="135987"/>
                </a:lnTo>
                <a:lnTo>
                  <a:pt x="452295" y="142291"/>
                </a:lnTo>
                <a:lnTo>
                  <a:pt x="457422" y="148488"/>
                </a:lnTo>
                <a:lnTo>
                  <a:pt x="462678" y="154577"/>
                </a:lnTo>
                <a:lnTo>
                  <a:pt x="468060" y="160554"/>
                </a:lnTo>
                <a:lnTo>
                  <a:pt x="473566" y="166418"/>
                </a:lnTo>
                <a:lnTo>
                  <a:pt x="479194" y="172164"/>
                </a:lnTo>
                <a:close/>
              </a:path>
            </a:pathLst>
          </a:custGeom>
          <a:solidFill>
            <a:srgbClr val="BFE2F7"/>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7973791" y="4594860"/>
            <a:ext cx="574897" cy="529521"/>
          </a:xfrm>
          <a:custGeom>
            <a:avLst/>
            <a:gdLst/>
            <a:ahLst/>
            <a:cxnLst/>
            <a:rect l="l" t="t" r="r" b="b"/>
            <a:pathLst>
              <a:path w="574897" h="529521">
                <a:moveTo>
                  <a:pt x="206347" y="529521"/>
                </a:moveTo>
                <a:lnTo>
                  <a:pt x="186536" y="509273"/>
                </a:lnTo>
                <a:lnTo>
                  <a:pt x="167172" y="488598"/>
                </a:lnTo>
                <a:lnTo>
                  <a:pt x="148264" y="467506"/>
                </a:lnTo>
                <a:lnTo>
                  <a:pt x="129820" y="446006"/>
                </a:lnTo>
                <a:lnTo>
                  <a:pt x="111849" y="424109"/>
                </a:lnTo>
                <a:lnTo>
                  <a:pt x="94360" y="401825"/>
                </a:lnTo>
                <a:lnTo>
                  <a:pt x="77362" y="379164"/>
                </a:lnTo>
                <a:lnTo>
                  <a:pt x="60862" y="356139"/>
                </a:lnTo>
                <a:lnTo>
                  <a:pt x="44868" y="332759"/>
                </a:lnTo>
                <a:lnTo>
                  <a:pt x="29389" y="309035"/>
                </a:lnTo>
                <a:lnTo>
                  <a:pt x="14430" y="284980"/>
                </a:lnTo>
                <a:lnTo>
                  <a:pt x="0" y="260604"/>
                </a:lnTo>
                <a:lnTo>
                  <a:pt x="451379" y="0"/>
                </a:lnTo>
                <a:lnTo>
                  <a:pt x="460017" y="14591"/>
                </a:lnTo>
                <a:lnTo>
                  <a:pt x="468971" y="28990"/>
                </a:lnTo>
                <a:lnTo>
                  <a:pt x="478237" y="43191"/>
                </a:lnTo>
                <a:lnTo>
                  <a:pt x="487811" y="57186"/>
                </a:lnTo>
                <a:lnTo>
                  <a:pt x="497687" y="70969"/>
                </a:lnTo>
                <a:lnTo>
                  <a:pt x="507863" y="84533"/>
                </a:lnTo>
                <a:lnTo>
                  <a:pt x="518331" y="97872"/>
                </a:lnTo>
                <a:lnTo>
                  <a:pt x="529088" y="110980"/>
                </a:lnTo>
                <a:lnTo>
                  <a:pt x="540129" y="123849"/>
                </a:lnTo>
                <a:lnTo>
                  <a:pt x="551447" y="136475"/>
                </a:lnTo>
                <a:lnTo>
                  <a:pt x="563038" y="148851"/>
                </a:lnTo>
                <a:lnTo>
                  <a:pt x="574897" y="160971"/>
                </a:lnTo>
                <a:close/>
              </a:path>
            </a:pathLst>
          </a:custGeom>
          <a:solidFill>
            <a:srgbClr val="DBEFFA"/>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7844075" y="4407404"/>
            <a:ext cx="581095" cy="448060"/>
          </a:xfrm>
          <a:custGeom>
            <a:avLst/>
            <a:gdLst/>
            <a:ahLst/>
            <a:cxnLst/>
            <a:rect l="l" t="t" r="r" b="b"/>
            <a:pathLst>
              <a:path w="581095" h="448060">
                <a:moveTo>
                  <a:pt x="129716" y="448060"/>
                </a:moveTo>
                <a:lnTo>
                  <a:pt x="115820" y="423374"/>
                </a:lnTo>
                <a:lnTo>
                  <a:pt x="102467" y="398392"/>
                </a:lnTo>
                <a:lnTo>
                  <a:pt x="89662" y="373124"/>
                </a:lnTo>
                <a:lnTo>
                  <a:pt x="77411" y="347583"/>
                </a:lnTo>
                <a:lnTo>
                  <a:pt x="65720" y="321781"/>
                </a:lnTo>
                <a:lnTo>
                  <a:pt x="54595" y="295730"/>
                </a:lnTo>
                <a:lnTo>
                  <a:pt x="44041" y="269442"/>
                </a:lnTo>
                <a:lnTo>
                  <a:pt x="34062" y="242931"/>
                </a:lnTo>
                <a:lnTo>
                  <a:pt x="24665" y="216208"/>
                </a:lnTo>
                <a:lnTo>
                  <a:pt x="15853" y="189286"/>
                </a:lnTo>
                <a:lnTo>
                  <a:pt x="7630" y="162179"/>
                </a:lnTo>
                <a:lnTo>
                  <a:pt x="0" y="134899"/>
                </a:lnTo>
                <a:lnTo>
                  <a:pt x="503448" y="0"/>
                </a:lnTo>
                <a:lnTo>
                  <a:pt x="508015" y="16330"/>
                </a:lnTo>
                <a:lnTo>
                  <a:pt x="512938" y="32556"/>
                </a:lnTo>
                <a:lnTo>
                  <a:pt x="518213" y="48671"/>
                </a:lnTo>
                <a:lnTo>
                  <a:pt x="523838" y="64667"/>
                </a:lnTo>
                <a:lnTo>
                  <a:pt x="529811" y="80537"/>
                </a:lnTo>
                <a:lnTo>
                  <a:pt x="536128" y="96272"/>
                </a:lnTo>
                <a:lnTo>
                  <a:pt x="542788" y="111866"/>
                </a:lnTo>
                <a:lnTo>
                  <a:pt x="549786" y="127311"/>
                </a:lnTo>
                <a:lnTo>
                  <a:pt x="557119" y="142600"/>
                </a:lnTo>
                <a:lnTo>
                  <a:pt x="564784" y="157725"/>
                </a:lnTo>
                <a:lnTo>
                  <a:pt x="572777" y="172679"/>
                </a:lnTo>
                <a:lnTo>
                  <a:pt x="581095" y="187456"/>
                </a:lnTo>
                <a:close/>
              </a:path>
            </a:pathLst>
          </a:custGeom>
          <a:solidFill>
            <a:srgbClr val="DBEFFA"/>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flipH="1">
            <a:off x="8180138" y="4477802"/>
            <a:ext cx="646579" cy="646579"/>
          </a:xfrm>
          <a:prstGeom prst="line">
            <a:avLst/>
          </a:prstGeom>
          <a:ln w="20320">
            <a:solidFill>
              <a:srgbClr val="56B4E9"/>
            </a:solidFill>
          </a:ln>
        </p:spPr>
        <p:style>
          <a:lnRef idx="2">
            <a:schemeClr val="accent1"/>
          </a:lnRef>
          <a:fillRef idx="0">
            <a:schemeClr val="accent1"/>
          </a:fillRef>
          <a:effectRef idx="1">
            <a:schemeClr val="accent1"/>
          </a:effectRef>
          <a:fontRef idx="minor">
            <a:schemeClr val="tx1"/>
          </a:fontRef>
        </p:style>
      </p:cxnSp>
      <p:sp>
        <p:nvSpPr>
          <p:cNvPr id="74" name="Freeform 73"/>
          <p:cNvSpPr/>
          <p:nvPr/>
        </p:nvSpPr>
        <p:spPr>
          <a:xfrm>
            <a:off x="8321082" y="4005075"/>
            <a:ext cx="406236" cy="402329"/>
          </a:xfrm>
          <a:custGeom>
            <a:avLst/>
            <a:gdLst/>
            <a:ahLst/>
            <a:cxnLst/>
            <a:rect l="l" t="t" r="r" b="b"/>
            <a:pathLst>
              <a:path w="406236" h="402329">
                <a:moveTo>
                  <a:pt x="26441" y="402329"/>
                </a:moveTo>
                <a:lnTo>
                  <a:pt x="22393" y="386562"/>
                </a:lnTo>
                <a:lnTo>
                  <a:pt x="18676" y="370714"/>
                </a:lnTo>
                <a:lnTo>
                  <a:pt x="15292" y="354792"/>
                </a:lnTo>
                <a:lnTo>
                  <a:pt x="12241" y="338802"/>
                </a:lnTo>
                <a:lnTo>
                  <a:pt x="9527" y="322752"/>
                </a:lnTo>
                <a:lnTo>
                  <a:pt x="7149" y="306648"/>
                </a:lnTo>
                <a:lnTo>
                  <a:pt x="5108" y="290498"/>
                </a:lnTo>
                <a:lnTo>
                  <a:pt x="3407" y="274309"/>
                </a:lnTo>
                <a:lnTo>
                  <a:pt x="2045" y="258088"/>
                </a:lnTo>
                <a:lnTo>
                  <a:pt x="1023" y="241842"/>
                </a:lnTo>
                <a:lnTo>
                  <a:pt x="341" y="225578"/>
                </a:lnTo>
                <a:lnTo>
                  <a:pt x="0" y="209304"/>
                </a:lnTo>
                <a:lnTo>
                  <a:pt x="0" y="193025"/>
                </a:lnTo>
                <a:lnTo>
                  <a:pt x="341" y="176751"/>
                </a:lnTo>
                <a:lnTo>
                  <a:pt x="1023" y="160487"/>
                </a:lnTo>
                <a:lnTo>
                  <a:pt x="2045" y="144241"/>
                </a:lnTo>
                <a:lnTo>
                  <a:pt x="3407" y="128020"/>
                </a:lnTo>
                <a:lnTo>
                  <a:pt x="5108" y="111831"/>
                </a:lnTo>
                <a:lnTo>
                  <a:pt x="7149" y="95681"/>
                </a:lnTo>
                <a:lnTo>
                  <a:pt x="9527" y="79577"/>
                </a:lnTo>
                <a:lnTo>
                  <a:pt x="12241" y="63527"/>
                </a:lnTo>
                <a:lnTo>
                  <a:pt x="15292" y="47537"/>
                </a:lnTo>
                <a:lnTo>
                  <a:pt x="18676" y="31615"/>
                </a:lnTo>
                <a:lnTo>
                  <a:pt x="22393" y="15767"/>
                </a:lnTo>
                <a:lnTo>
                  <a:pt x="26441" y="0"/>
                </a:lnTo>
                <a:lnTo>
                  <a:pt x="406236" y="101766"/>
                </a:lnTo>
                <a:lnTo>
                  <a:pt x="404235" y="109556"/>
                </a:lnTo>
                <a:lnTo>
                  <a:pt x="402399" y="117387"/>
                </a:lnTo>
                <a:lnTo>
                  <a:pt x="400726" y="125255"/>
                </a:lnTo>
                <a:lnTo>
                  <a:pt x="399219" y="133155"/>
                </a:lnTo>
                <a:lnTo>
                  <a:pt x="397878" y="141086"/>
                </a:lnTo>
                <a:lnTo>
                  <a:pt x="396703" y="149043"/>
                </a:lnTo>
                <a:lnTo>
                  <a:pt x="395695" y="157023"/>
                </a:lnTo>
                <a:lnTo>
                  <a:pt x="394854" y="165022"/>
                </a:lnTo>
                <a:lnTo>
                  <a:pt x="394181" y="173038"/>
                </a:lnTo>
                <a:lnTo>
                  <a:pt x="393676" y="181065"/>
                </a:lnTo>
                <a:lnTo>
                  <a:pt x="393339" y="189101"/>
                </a:lnTo>
                <a:lnTo>
                  <a:pt x="393171" y="197143"/>
                </a:lnTo>
                <a:lnTo>
                  <a:pt x="393171" y="205186"/>
                </a:lnTo>
                <a:lnTo>
                  <a:pt x="393339" y="213228"/>
                </a:lnTo>
                <a:lnTo>
                  <a:pt x="393676" y="221264"/>
                </a:lnTo>
                <a:lnTo>
                  <a:pt x="394181" y="229291"/>
                </a:lnTo>
                <a:lnTo>
                  <a:pt x="394854" y="237307"/>
                </a:lnTo>
                <a:lnTo>
                  <a:pt x="395695" y="245306"/>
                </a:lnTo>
                <a:lnTo>
                  <a:pt x="396703" y="253286"/>
                </a:lnTo>
                <a:lnTo>
                  <a:pt x="397878" y="261243"/>
                </a:lnTo>
                <a:lnTo>
                  <a:pt x="399219" y="269174"/>
                </a:lnTo>
                <a:lnTo>
                  <a:pt x="400726" y="277074"/>
                </a:lnTo>
                <a:lnTo>
                  <a:pt x="402399" y="284942"/>
                </a:lnTo>
                <a:lnTo>
                  <a:pt x="404235" y="292773"/>
                </a:lnTo>
                <a:lnTo>
                  <a:pt x="406236" y="300563"/>
                </a:lnTo>
                <a:close/>
              </a:path>
            </a:pathLst>
          </a:custGeom>
          <a:solidFill>
            <a:srgbClr val="E2C1C9"/>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7799831" y="4206240"/>
            <a:ext cx="547692" cy="336063"/>
          </a:xfrm>
          <a:custGeom>
            <a:avLst/>
            <a:gdLst/>
            <a:ahLst/>
            <a:cxnLst/>
            <a:rect l="l" t="t" r="r" b="b"/>
            <a:pathLst>
              <a:path w="547692" h="336063">
                <a:moveTo>
                  <a:pt x="44244" y="336063"/>
                </a:moveTo>
                <a:lnTo>
                  <a:pt x="37211" y="308622"/>
                </a:lnTo>
                <a:lnTo>
                  <a:pt x="30779" y="281035"/>
                </a:lnTo>
                <a:lnTo>
                  <a:pt x="24950" y="253314"/>
                </a:lnTo>
                <a:lnTo>
                  <a:pt x="19727" y="225473"/>
                </a:lnTo>
                <a:lnTo>
                  <a:pt x="15112" y="197524"/>
                </a:lnTo>
                <a:lnTo>
                  <a:pt x="11109" y="169481"/>
                </a:lnTo>
                <a:lnTo>
                  <a:pt x="7718" y="141357"/>
                </a:lnTo>
                <a:lnTo>
                  <a:pt x="4941" y="113167"/>
                </a:lnTo>
                <a:lnTo>
                  <a:pt x="2781" y="84922"/>
                </a:lnTo>
                <a:lnTo>
                  <a:pt x="1236" y="56637"/>
                </a:lnTo>
                <a:lnTo>
                  <a:pt x="309" y="28325"/>
                </a:lnTo>
                <a:lnTo>
                  <a:pt x="0" y="0"/>
                </a:lnTo>
                <a:lnTo>
                  <a:pt x="521209" y="0"/>
                </a:lnTo>
                <a:lnTo>
                  <a:pt x="521393" y="16955"/>
                </a:lnTo>
                <a:lnTo>
                  <a:pt x="521948" y="33902"/>
                </a:lnTo>
                <a:lnTo>
                  <a:pt x="522873" y="50833"/>
                </a:lnTo>
                <a:lnTo>
                  <a:pt x="524166" y="67740"/>
                </a:lnTo>
                <a:lnTo>
                  <a:pt x="525828" y="84615"/>
                </a:lnTo>
                <a:lnTo>
                  <a:pt x="527858" y="101450"/>
                </a:lnTo>
                <a:lnTo>
                  <a:pt x="530254" y="118236"/>
                </a:lnTo>
                <a:lnTo>
                  <a:pt x="533017" y="134966"/>
                </a:lnTo>
                <a:lnTo>
                  <a:pt x="536143" y="151632"/>
                </a:lnTo>
                <a:lnTo>
                  <a:pt x="539632" y="168225"/>
                </a:lnTo>
                <a:lnTo>
                  <a:pt x="543483" y="184738"/>
                </a:lnTo>
                <a:lnTo>
                  <a:pt x="547692" y="201164"/>
                </a:lnTo>
                <a:close/>
              </a:path>
            </a:pathLst>
          </a:custGeom>
          <a:solidFill>
            <a:srgbClr val="EFDC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7799831" y="3870176"/>
            <a:ext cx="547692" cy="336064"/>
          </a:xfrm>
          <a:custGeom>
            <a:avLst/>
            <a:gdLst/>
            <a:ahLst/>
            <a:cxnLst/>
            <a:rect l="l" t="t" r="r" b="b"/>
            <a:pathLst>
              <a:path w="547692" h="336064">
                <a:moveTo>
                  <a:pt x="0" y="336064"/>
                </a:moveTo>
                <a:lnTo>
                  <a:pt x="309" y="307738"/>
                </a:lnTo>
                <a:lnTo>
                  <a:pt x="1236" y="279426"/>
                </a:lnTo>
                <a:lnTo>
                  <a:pt x="2781" y="251141"/>
                </a:lnTo>
                <a:lnTo>
                  <a:pt x="4941" y="222896"/>
                </a:lnTo>
                <a:lnTo>
                  <a:pt x="7718" y="194706"/>
                </a:lnTo>
                <a:lnTo>
                  <a:pt x="11109" y="166582"/>
                </a:lnTo>
                <a:lnTo>
                  <a:pt x="15112" y="138539"/>
                </a:lnTo>
                <a:lnTo>
                  <a:pt x="19727" y="110590"/>
                </a:lnTo>
                <a:lnTo>
                  <a:pt x="24950" y="82749"/>
                </a:lnTo>
                <a:lnTo>
                  <a:pt x="30779" y="55028"/>
                </a:lnTo>
                <a:lnTo>
                  <a:pt x="37211" y="27441"/>
                </a:lnTo>
                <a:lnTo>
                  <a:pt x="44244" y="0"/>
                </a:lnTo>
                <a:lnTo>
                  <a:pt x="547692" y="134899"/>
                </a:lnTo>
                <a:lnTo>
                  <a:pt x="543483" y="151325"/>
                </a:lnTo>
                <a:lnTo>
                  <a:pt x="539632" y="167838"/>
                </a:lnTo>
                <a:lnTo>
                  <a:pt x="536143" y="184431"/>
                </a:lnTo>
                <a:lnTo>
                  <a:pt x="533017" y="201097"/>
                </a:lnTo>
                <a:lnTo>
                  <a:pt x="530254" y="217827"/>
                </a:lnTo>
                <a:lnTo>
                  <a:pt x="527858" y="234613"/>
                </a:lnTo>
                <a:lnTo>
                  <a:pt x="525828" y="251448"/>
                </a:lnTo>
                <a:lnTo>
                  <a:pt x="524166" y="268323"/>
                </a:lnTo>
                <a:lnTo>
                  <a:pt x="522873" y="285230"/>
                </a:lnTo>
                <a:lnTo>
                  <a:pt x="521948" y="302161"/>
                </a:lnTo>
                <a:lnTo>
                  <a:pt x="521393" y="319108"/>
                </a:lnTo>
                <a:lnTo>
                  <a:pt x="521209" y="336064"/>
                </a:lnTo>
                <a:close/>
              </a:path>
            </a:pathLst>
          </a:custGeom>
          <a:solidFill>
            <a:srgbClr val="EFDCE1"/>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flipH="1">
            <a:off x="7844075" y="4305638"/>
            <a:ext cx="883243" cy="236665"/>
          </a:xfrm>
          <a:prstGeom prst="line">
            <a:avLst/>
          </a:prstGeom>
          <a:ln w="20320">
            <a:solidFill>
              <a:srgbClr val="96203F"/>
            </a:solidFill>
          </a:ln>
        </p:spPr>
        <p:style>
          <a:lnRef idx="2">
            <a:schemeClr val="accent1"/>
          </a:lnRef>
          <a:fillRef idx="0">
            <a:schemeClr val="accent1"/>
          </a:fillRef>
          <a:effectRef idx="1">
            <a:schemeClr val="accent1"/>
          </a:effectRef>
          <a:fontRef idx="minor">
            <a:schemeClr val="tx1"/>
          </a:fontRef>
        </p:style>
      </p:cxnSp>
      <p:sp>
        <p:nvSpPr>
          <p:cNvPr id="78" name="Freeform 77"/>
          <p:cNvSpPr/>
          <p:nvPr/>
        </p:nvSpPr>
        <p:spPr>
          <a:xfrm>
            <a:off x="8347523" y="3656648"/>
            <a:ext cx="479194" cy="450193"/>
          </a:xfrm>
          <a:custGeom>
            <a:avLst/>
            <a:gdLst/>
            <a:ahLst/>
            <a:cxnLst/>
            <a:rect l="l" t="t" r="r" b="b"/>
            <a:pathLst>
              <a:path w="479194" h="450193">
                <a:moveTo>
                  <a:pt x="0" y="348427"/>
                </a:moveTo>
                <a:lnTo>
                  <a:pt x="4378" y="332748"/>
                </a:lnTo>
                <a:lnTo>
                  <a:pt x="9083" y="317165"/>
                </a:lnTo>
                <a:lnTo>
                  <a:pt x="14113" y="301684"/>
                </a:lnTo>
                <a:lnTo>
                  <a:pt x="19466" y="286311"/>
                </a:lnTo>
                <a:lnTo>
                  <a:pt x="25140" y="271054"/>
                </a:lnTo>
                <a:lnTo>
                  <a:pt x="31133" y="255919"/>
                </a:lnTo>
                <a:lnTo>
                  <a:pt x="37441" y="240912"/>
                </a:lnTo>
                <a:lnTo>
                  <a:pt x="44062" y="226041"/>
                </a:lnTo>
                <a:lnTo>
                  <a:pt x="50993" y="211312"/>
                </a:lnTo>
                <a:lnTo>
                  <a:pt x="58231" y="196732"/>
                </a:lnTo>
                <a:lnTo>
                  <a:pt x="65772" y="182306"/>
                </a:lnTo>
                <a:lnTo>
                  <a:pt x="73614" y="168041"/>
                </a:lnTo>
                <a:lnTo>
                  <a:pt x="81753" y="153944"/>
                </a:lnTo>
                <a:lnTo>
                  <a:pt x="90186" y="140020"/>
                </a:lnTo>
                <a:lnTo>
                  <a:pt x="98908" y="126276"/>
                </a:lnTo>
                <a:lnTo>
                  <a:pt x="107916" y="112718"/>
                </a:lnTo>
                <a:lnTo>
                  <a:pt x="117207" y="99351"/>
                </a:lnTo>
                <a:lnTo>
                  <a:pt x="126775" y="86182"/>
                </a:lnTo>
                <a:lnTo>
                  <a:pt x="136616" y="73216"/>
                </a:lnTo>
                <a:lnTo>
                  <a:pt x="146728" y="60459"/>
                </a:lnTo>
                <a:lnTo>
                  <a:pt x="157104" y="47916"/>
                </a:lnTo>
                <a:lnTo>
                  <a:pt x="167740" y="35593"/>
                </a:lnTo>
                <a:lnTo>
                  <a:pt x="178632" y="23496"/>
                </a:lnTo>
                <a:lnTo>
                  <a:pt x="189776" y="11630"/>
                </a:lnTo>
                <a:lnTo>
                  <a:pt x="201165" y="0"/>
                </a:lnTo>
                <a:lnTo>
                  <a:pt x="479194" y="278029"/>
                </a:lnTo>
                <a:lnTo>
                  <a:pt x="473566" y="283775"/>
                </a:lnTo>
                <a:lnTo>
                  <a:pt x="468060" y="289639"/>
                </a:lnTo>
                <a:lnTo>
                  <a:pt x="462678" y="295616"/>
                </a:lnTo>
                <a:lnTo>
                  <a:pt x="457422" y="301705"/>
                </a:lnTo>
                <a:lnTo>
                  <a:pt x="452295" y="307902"/>
                </a:lnTo>
                <a:lnTo>
                  <a:pt x="447299" y="314206"/>
                </a:lnTo>
                <a:lnTo>
                  <a:pt x="442436" y="320613"/>
                </a:lnTo>
                <a:lnTo>
                  <a:pt x="437708" y="327120"/>
                </a:lnTo>
                <a:lnTo>
                  <a:pt x="433118" y="333725"/>
                </a:lnTo>
                <a:lnTo>
                  <a:pt x="428667" y="340424"/>
                </a:lnTo>
                <a:lnTo>
                  <a:pt x="424357" y="347215"/>
                </a:lnTo>
                <a:lnTo>
                  <a:pt x="420190" y="354095"/>
                </a:lnTo>
                <a:lnTo>
                  <a:pt x="416169" y="361061"/>
                </a:lnTo>
                <a:lnTo>
                  <a:pt x="412294" y="368109"/>
                </a:lnTo>
                <a:lnTo>
                  <a:pt x="408567" y="375237"/>
                </a:lnTo>
                <a:lnTo>
                  <a:pt x="404991" y="382442"/>
                </a:lnTo>
                <a:lnTo>
                  <a:pt x="401566" y="389720"/>
                </a:lnTo>
                <a:lnTo>
                  <a:pt x="398295" y="397068"/>
                </a:lnTo>
                <a:lnTo>
                  <a:pt x="395178" y="404483"/>
                </a:lnTo>
                <a:lnTo>
                  <a:pt x="392217" y="411961"/>
                </a:lnTo>
                <a:lnTo>
                  <a:pt x="389413" y="419500"/>
                </a:lnTo>
                <a:lnTo>
                  <a:pt x="386768" y="427096"/>
                </a:lnTo>
                <a:lnTo>
                  <a:pt x="384282" y="434745"/>
                </a:lnTo>
                <a:lnTo>
                  <a:pt x="381958" y="442446"/>
                </a:lnTo>
                <a:lnTo>
                  <a:pt x="379795" y="450193"/>
                </a:lnTo>
                <a:close/>
              </a:path>
            </a:pathLst>
          </a:custGeom>
          <a:solidFill>
            <a:srgbClr val="ECCCDE"/>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7844075" y="3557015"/>
            <a:ext cx="581095" cy="448060"/>
          </a:xfrm>
          <a:custGeom>
            <a:avLst/>
            <a:gdLst/>
            <a:ahLst/>
            <a:cxnLst/>
            <a:rect l="l" t="t" r="r" b="b"/>
            <a:pathLst>
              <a:path w="581095" h="448060">
                <a:moveTo>
                  <a:pt x="0" y="313161"/>
                </a:moveTo>
                <a:lnTo>
                  <a:pt x="7630" y="285881"/>
                </a:lnTo>
                <a:lnTo>
                  <a:pt x="15853" y="258774"/>
                </a:lnTo>
                <a:lnTo>
                  <a:pt x="24665" y="231852"/>
                </a:lnTo>
                <a:lnTo>
                  <a:pt x="34062" y="205129"/>
                </a:lnTo>
                <a:lnTo>
                  <a:pt x="44041" y="178618"/>
                </a:lnTo>
                <a:lnTo>
                  <a:pt x="54595" y="152330"/>
                </a:lnTo>
                <a:lnTo>
                  <a:pt x="65720" y="126279"/>
                </a:lnTo>
                <a:lnTo>
                  <a:pt x="77411" y="100477"/>
                </a:lnTo>
                <a:lnTo>
                  <a:pt x="89662" y="74936"/>
                </a:lnTo>
                <a:lnTo>
                  <a:pt x="102467" y="49668"/>
                </a:lnTo>
                <a:lnTo>
                  <a:pt x="115820" y="24686"/>
                </a:lnTo>
                <a:lnTo>
                  <a:pt x="129716" y="0"/>
                </a:lnTo>
                <a:lnTo>
                  <a:pt x="581095" y="260605"/>
                </a:lnTo>
                <a:lnTo>
                  <a:pt x="572777" y="275381"/>
                </a:lnTo>
                <a:lnTo>
                  <a:pt x="564784" y="290335"/>
                </a:lnTo>
                <a:lnTo>
                  <a:pt x="557119" y="305460"/>
                </a:lnTo>
                <a:lnTo>
                  <a:pt x="549786" y="320749"/>
                </a:lnTo>
                <a:lnTo>
                  <a:pt x="542788" y="336194"/>
                </a:lnTo>
                <a:lnTo>
                  <a:pt x="536128" y="351788"/>
                </a:lnTo>
                <a:lnTo>
                  <a:pt x="529811" y="367523"/>
                </a:lnTo>
                <a:lnTo>
                  <a:pt x="523838" y="383393"/>
                </a:lnTo>
                <a:lnTo>
                  <a:pt x="518213" y="399389"/>
                </a:lnTo>
                <a:lnTo>
                  <a:pt x="512938" y="415504"/>
                </a:lnTo>
                <a:lnTo>
                  <a:pt x="508015" y="431730"/>
                </a:lnTo>
                <a:lnTo>
                  <a:pt x="503448" y="448060"/>
                </a:lnTo>
                <a:close/>
              </a:path>
            </a:pathLst>
          </a:custGeom>
          <a:solidFill>
            <a:srgbClr val="F4E2EC"/>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7973791" y="3288098"/>
            <a:ext cx="574897" cy="529522"/>
          </a:xfrm>
          <a:custGeom>
            <a:avLst/>
            <a:gdLst/>
            <a:ahLst/>
            <a:cxnLst/>
            <a:rect l="l" t="t" r="r" b="b"/>
            <a:pathLst>
              <a:path w="574897" h="529522">
                <a:moveTo>
                  <a:pt x="0" y="268917"/>
                </a:moveTo>
                <a:lnTo>
                  <a:pt x="14430" y="244541"/>
                </a:lnTo>
                <a:lnTo>
                  <a:pt x="29389" y="220486"/>
                </a:lnTo>
                <a:lnTo>
                  <a:pt x="44868" y="196762"/>
                </a:lnTo>
                <a:lnTo>
                  <a:pt x="60862" y="173382"/>
                </a:lnTo>
                <a:lnTo>
                  <a:pt x="77362" y="150357"/>
                </a:lnTo>
                <a:lnTo>
                  <a:pt x="94360" y="127696"/>
                </a:lnTo>
                <a:lnTo>
                  <a:pt x="111849" y="105412"/>
                </a:lnTo>
                <a:lnTo>
                  <a:pt x="129820" y="83515"/>
                </a:lnTo>
                <a:lnTo>
                  <a:pt x="148264" y="62015"/>
                </a:lnTo>
                <a:lnTo>
                  <a:pt x="167172" y="40923"/>
                </a:lnTo>
                <a:lnTo>
                  <a:pt x="186536" y="20248"/>
                </a:lnTo>
                <a:lnTo>
                  <a:pt x="206347" y="0"/>
                </a:lnTo>
                <a:lnTo>
                  <a:pt x="574897" y="368550"/>
                </a:lnTo>
                <a:lnTo>
                  <a:pt x="563038" y="380670"/>
                </a:lnTo>
                <a:lnTo>
                  <a:pt x="551447" y="393046"/>
                </a:lnTo>
                <a:lnTo>
                  <a:pt x="540129" y="405672"/>
                </a:lnTo>
                <a:lnTo>
                  <a:pt x="529088" y="418541"/>
                </a:lnTo>
                <a:lnTo>
                  <a:pt x="518331" y="431649"/>
                </a:lnTo>
                <a:lnTo>
                  <a:pt x="507863" y="444988"/>
                </a:lnTo>
                <a:lnTo>
                  <a:pt x="497687" y="458552"/>
                </a:lnTo>
                <a:lnTo>
                  <a:pt x="487811" y="472335"/>
                </a:lnTo>
                <a:lnTo>
                  <a:pt x="478237" y="486330"/>
                </a:lnTo>
                <a:lnTo>
                  <a:pt x="468971" y="500531"/>
                </a:lnTo>
                <a:lnTo>
                  <a:pt x="460017" y="514930"/>
                </a:lnTo>
                <a:lnTo>
                  <a:pt x="451379" y="529522"/>
                </a:lnTo>
                <a:close/>
              </a:path>
            </a:pathLst>
          </a:custGeom>
          <a:solidFill>
            <a:srgbClr val="F4E2EC"/>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flipH="1" flipV="1">
            <a:off x="7844075" y="3870176"/>
            <a:ext cx="883243" cy="236665"/>
          </a:xfrm>
          <a:prstGeom prst="line">
            <a:avLst/>
          </a:prstGeom>
          <a:ln w="20320">
            <a:solidFill>
              <a:srgbClr val="CC79A7"/>
            </a:solidFill>
          </a:ln>
        </p:spPr>
        <p:style>
          <a:lnRef idx="2">
            <a:schemeClr val="accent1"/>
          </a:lnRef>
          <a:fillRef idx="0">
            <a:schemeClr val="accent1"/>
          </a:fillRef>
          <a:effectRef idx="1">
            <a:schemeClr val="accent1"/>
          </a:effectRef>
          <a:fontRef idx="minor">
            <a:schemeClr val="tx1"/>
          </a:fontRef>
        </p:style>
      </p:cxnSp>
      <p:sp>
        <p:nvSpPr>
          <p:cNvPr id="82" name="Freeform 81"/>
          <p:cNvSpPr/>
          <p:nvPr/>
        </p:nvSpPr>
        <p:spPr>
          <a:xfrm>
            <a:off x="8548688" y="3428999"/>
            <a:ext cx="549592" cy="505678"/>
          </a:xfrm>
          <a:custGeom>
            <a:avLst/>
            <a:gdLst/>
            <a:ahLst/>
            <a:cxnLst/>
            <a:rect l="l" t="t" r="r" b="b"/>
            <a:pathLst>
              <a:path w="549592" h="505678">
                <a:moveTo>
                  <a:pt x="0" y="227649"/>
                </a:moveTo>
                <a:lnTo>
                  <a:pt x="11789" y="216107"/>
                </a:lnTo>
                <a:lnTo>
                  <a:pt x="23820" y="204819"/>
                </a:lnTo>
                <a:lnTo>
                  <a:pt x="36089" y="193788"/>
                </a:lnTo>
                <a:lnTo>
                  <a:pt x="48588" y="183020"/>
                </a:lnTo>
                <a:lnTo>
                  <a:pt x="61314" y="172520"/>
                </a:lnTo>
                <a:lnTo>
                  <a:pt x="74259" y="162292"/>
                </a:lnTo>
                <a:lnTo>
                  <a:pt x="87419" y="152342"/>
                </a:lnTo>
                <a:lnTo>
                  <a:pt x="100787" y="142673"/>
                </a:lnTo>
                <a:lnTo>
                  <a:pt x="114357" y="133290"/>
                </a:lnTo>
                <a:lnTo>
                  <a:pt x="128123" y="124197"/>
                </a:lnTo>
                <a:lnTo>
                  <a:pt x="142079" y="115398"/>
                </a:lnTo>
                <a:lnTo>
                  <a:pt x="156219" y="106897"/>
                </a:lnTo>
                <a:lnTo>
                  <a:pt x="170535" y="98699"/>
                </a:lnTo>
                <a:lnTo>
                  <a:pt x="185023" y="90806"/>
                </a:lnTo>
                <a:lnTo>
                  <a:pt x="199675" y="83223"/>
                </a:lnTo>
                <a:lnTo>
                  <a:pt x="214485" y="75952"/>
                </a:lnTo>
                <a:lnTo>
                  <a:pt x="229445" y="68997"/>
                </a:lnTo>
                <a:lnTo>
                  <a:pt x="244550" y="62362"/>
                </a:lnTo>
                <a:lnTo>
                  <a:pt x="259793" y="56048"/>
                </a:lnTo>
                <a:lnTo>
                  <a:pt x="275165" y="50059"/>
                </a:lnTo>
                <a:lnTo>
                  <a:pt x="290662" y="44398"/>
                </a:lnTo>
                <a:lnTo>
                  <a:pt x="306275" y="39068"/>
                </a:lnTo>
                <a:lnTo>
                  <a:pt x="321998" y="34069"/>
                </a:lnTo>
                <a:lnTo>
                  <a:pt x="337823" y="29406"/>
                </a:lnTo>
                <a:lnTo>
                  <a:pt x="353744" y="25080"/>
                </a:lnTo>
                <a:lnTo>
                  <a:pt x="369753" y="21092"/>
                </a:lnTo>
                <a:lnTo>
                  <a:pt x="385843" y="17445"/>
                </a:lnTo>
                <a:lnTo>
                  <a:pt x="402007" y="14141"/>
                </a:lnTo>
                <a:lnTo>
                  <a:pt x="418237" y="11180"/>
                </a:lnTo>
                <a:lnTo>
                  <a:pt x="434527" y="8565"/>
                </a:lnTo>
                <a:lnTo>
                  <a:pt x="450868" y="6296"/>
                </a:lnTo>
                <a:lnTo>
                  <a:pt x="467254" y="4374"/>
                </a:lnTo>
                <a:lnTo>
                  <a:pt x="483677" y="2801"/>
                </a:lnTo>
                <a:lnTo>
                  <a:pt x="500130" y="1576"/>
                </a:lnTo>
                <a:lnTo>
                  <a:pt x="516604" y="701"/>
                </a:lnTo>
                <a:lnTo>
                  <a:pt x="533094" y="176"/>
                </a:lnTo>
                <a:lnTo>
                  <a:pt x="549592" y="0"/>
                </a:lnTo>
                <a:lnTo>
                  <a:pt x="549592" y="393192"/>
                </a:lnTo>
                <a:lnTo>
                  <a:pt x="541440" y="393279"/>
                </a:lnTo>
                <a:lnTo>
                  <a:pt x="533292" y="393539"/>
                </a:lnTo>
                <a:lnTo>
                  <a:pt x="525151" y="393971"/>
                </a:lnTo>
                <a:lnTo>
                  <a:pt x="517022" y="394576"/>
                </a:lnTo>
                <a:lnTo>
                  <a:pt x="508907" y="395354"/>
                </a:lnTo>
                <a:lnTo>
                  <a:pt x="500811" y="396303"/>
                </a:lnTo>
                <a:lnTo>
                  <a:pt x="492736" y="397424"/>
                </a:lnTo>
                <a:lnTo>
                  <a:pt x="484687" y="398717"/>
                </a:lnTo>
                <a:lnTo>
                  <a:pt x="476667" y="400180"/>
                </a:lnTo>
                <a:lnTo>
                  <a:pt x="468681" y="401812"/>
                </a:lnTo>
                <a:lnTo>
                  <a:pt x="460730" y="403614"/>
                </a:lnTo>
                <a:lnTo>
                  <a:pt x="452820" y="405585"/>
                </a:lnTo>
                <a:lnTo>
                  <a:pt x="444953" y="407722"/>
                </a:lnTo>
                <a:lnTo>
                  <a:pt x="437134" y="410027"/>
                </a:lnTo>
                <a:lnTo>
                  <a:pt x="429365" y="412496"/>
                </a:lnTo>
                <a:lnTo>
                  <a:pt x="421650" y="415130"/>
                </a:lnTo>
                <a:lnTo>
                  <a:pt x="413993" y="417927"/>
                </a:lnTo>
                <a:lnTo>
                  <a:pt x="406397" y="420887"/>
                </a:lnTo>
                <a:lnTo>
                  <a:pt x="398865" y="424006"/>
                </a:lnTo>
                <a:lnTo>
                  <a:pt x="391402" y="427285"/>
                </a:lnTo>
                <a:lnTo>
                  <a:pt x="384009" y="430722"/>
                </a:lnTo>
                <a:lnTo>
                  <a:pt x="376692" y="434314"/>
                </a:lnTo>
                <a:lnTo>
                  <a:pt x="369452" y="438061"/>
                </a:lnTo>
                <a:lnTo>
                  <a:pt x="362293" y="441961"/>
                </a:lnTo>
                <a:lnTo>
                  <a:pt x="355219" y="446012"/>
                </a:lnTo>
                <a:lnTo>
                  <a:pt x="348232" y="450212"/>
                </a:lnTo>
                <a:lnTo>
                  <a:pt x="341336" y="454560"/>
                </a:lnTo>
                <a:lnTo>
                  <a:pt x="334534" y="459053"/>
                </a:lnTo>
                <a:lnTo>
                  <a:pt x="327829" y="463689"/>
                </a:lnTo>
                <a:lnTo>
                  <a:pt x="321224" y="468467"/>
                </a:lnTo>
                <a:lnTo>
                  <a:pt x="314721" y="473384"/>
                </a:lnTo>
                <a:lnTo>
                  <a:pt x="308325" y="478437"/>
                </a:lnTo>
                <a:lnTo>
                  <a:pt x="302037" y="483626"/>
                </a:lnTo>
                <a:lnTo>
                  <a:pt x="295861" y="488946"/>
                </a:lnTo>
                <a:lnTo>
                  <a:pt x="289799" y="494397"/>
                </a:lnTo>
                <a:lnTo>
                  <a:pt x="283854" y="499975"/>
                </a:lnTo>
                <a:lnTo>
                  <a:pt x="278029" y="505678"/>
                </a:lnTo>
                <a:close/>
              </a:path>
            </a:pathLst>
          </a:custGeom>
          <a:solidFill>
            <a:srgbClr val="EFC29E"/>
          </a:solidFill>
          <a:ln w="952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8180138" y="3081751"/>
            <a:ext cx="529522" cy="574897"/>
          </a:xfrm>
          <a:custGeom>
            <a:avLst/>
            <a:gdLst/>
            <a:ahLst/>
            <a:cxnLst/>
            <a:rect l="l" t="t" r="r" b="b"/>
            <a:pathLst>
              <a:path w="529522" h="574897">
                <a:moveTo>
                  <a:pt x="0" y="206347"/>
                </a:moveTo>
                <a:lnTo>
                  <a:pt x="20248" y="186536"/>
                </a:lnTo>
                <a:lnTo>
                  <a:pt x="40923" y="167172"/>
                </a:lnTo>
                <a:lnTo>
                  <a:pt x="62015" y="148264"/>
                </a:lnTo>
                <a:lnTo>
                  <a:pt x="83515" y="129820"/>
                </a:lnTo>
                <a:lnTo>
                  <a:pt x="105412" y="111849"/>
                </a:lnTo>
                <a:lnTo>
                  <a:pt x="127696" y="94360"/>
                </a:lnTo>
                <a:lnTo>
                  <a:pt x="150357" y="77362"/>
                </a:lnTo>
                <a:lnTo>
                  <a:pt x="173382" y="60862"/>
                </a:lnTo>
                <a:lnTo>
                  <a:pt x="196762" y="44868"/>
                </a:lnTo>
                <a:lnTo>
                  <a:pt x="220486" y="29389"/>
                </a:lnTo>
                <a:lnTo>
                  <a:pt x="244541" y="14430"/>
                </a:lnTo>
                <a:lnTo>
                  <a:pt x="268918" y="0"/>
                </a:lnTo>
                <a:lnTo>
                  <a:pt x="529522" y="451379"/>
                </a:lnTo>
                <a:lnTo>
                  <a:pt x="514930" y="460017"/>
                </a:lnTo>
                <a:lnTo>
                  <a:pt x="500531" y="468971"/>
                </a:lnTo>
                <a:lnTo>
                  <a:pt x="486330" y="478237"/>
                </a:lnTo>
                <a:lnTo>
                  <a:pt x="472335" y="487811"/>
                </a:lnTo>
                <a:lnTo>
                  <a:pt x="458552" y="497687"/>
                </a:lnTo>
                <a:lnTo>
                  <a:pt x="444988" y="507863"/>
                </a:lnTo>
                <a:lnTo>
                  <a:pt x="431649" y="518331"/>
                </a:lnTo>
                <a:lnTo>
                  <a:pt x="418541" y="529088"/>
                </a:lnTo>
                <a:lnTo>
                  <a:pt x="405672" y="540129"/>
                </a:lnTo>
                <a:lnTo>
                  <a:pt x="393046" y="551447"/>
                </a:lnTo>
                <a:lnTo>
                  <a:pt x="380670" y="563038"/>
                </a:lnTo>
                <a:lnTo>
                  <a:pt x="368550" y="574897"/>
                </a:lnTo>
                <a:close/>
              </a:path>
            </a:pathLst>
          </a:custGeom>
          <a:solidFill>
            <a:srgbClr val="F6DD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8449056" y="2952035"/>
            <a:ext cx="448059" cy="581095"/>
          </a:xfrm>
          <a:custGeom>
            <a:avLst/>
            <a:gdLst/>
            <a:ahLst/>
            <a:cxnLst/>
            <a:rect l="l" t="t" r="r" b="b"/>
            <a:pathLst>
              <a:path w="448059" h="581095">
                <a:moveTo>
                  <a:pt x="0" y="129716"/>
                </a:moveTo>
                <a:lnTo>
                  <a:pt x="24685" y="115820"/>
                </a:lnTo>
                <a:lnTo>
                  <a:pt x="49667" y="102467"/>
                </a:lnTo>
                <a:lnTo>
                  <a:pt x="74935" y="89662"/>
                </a:lnTo>
                <a:lnTo>
                  <a:pt x="100476" y="77411"/>
                </a:lnTo>
                <a:lnTo>
                  <a:pt x="126278" y="65720"/>
                </a:lnTo>
                <a:lnTo>
                  <a:pt x="152329" y="54595"/>
                </a:lnTo>
                <a:lnTo>
                  <a:pt x="178617" y="44041"/>
                </a:lnTo>
                <a:lnTo>
                  <a:pt x="205128" y="34062"/>
                </a:lnTo>
                <a:lnTo>
                  <a:pt x="231851" y="24665"/>
                </a:lnTo>
                <a:lnTo>
                  <a:pt x="258773" y="15853"/>
                </a:lnTo>
                <a:lnTo>
                  <a:pt x="285880" y="7630"/>
                </a:lnTo>
                <a:lnTo>
                  <a:pt x="313160" y="0"/>
                </a:lnTo>
                <a:lnTo>
                  <a:pt x="448059" y="503448"/>
                </a:lnTo>
                <a:lnTo>
                  <a:pt x="431729" y="508015"/>
                </a:lnTo>
                <a:lnTo>
                  <a:pt x="415503" y="512938"/>
                </a:lnTo>
                <a:lnTo>
                  <a:pt x="399388" y="518213"/>
                </a:lnTo>
                <a:lnTo>
                  <a:pt x="383392" y="523838"/>
                </a:lnTo>
                <a:lnTo>
                  <a:pt x="367522" y="529811"/>
                </a:lnTo>
                <a:lnTo>
                  <a:pt x="351787" y="536128"/>
                </a:lnTo>
                <a:lnTo>
                  <a:pt x="336193" y="542788"/>
                </a:lnTo>
                <a:lnTo>
                  <a:pt x="320748" y="549786"/>
                </a:lnTo>
                <a:lnTo>
                  <a:pt x="305459" y="557119"/>
                </a:lnTo>
                <a:lnTo>
                  <a:pt x="290334" y="564784"/>
                </a:lnTo>
                <a:lnTo>
                  <a:pt x="275380" y="572777"/>
                </a:lnTo>
                <a:lnTo>
                  <a:pt x="260604" y="581095"/>
                </a:lnTo>
                <a:close/>
              </a:path>
            </a:pathLst>
          </a:custGeom>
          <a:solidFill>
            <a:srgbClr val="F6DD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8762216" y="2907791"/>
            <a:ext cx="336064" cy="547692"/>
          </a:xfrm>
          <a:custGeom>
            <a:avLst/>
            <a:gdLst/>
            <a:ahLst/>
            <a:cxnLst/>
            <a:rect l="l" t="t" r="r" b="b"/>
            <a:pathLst>
              <a:path w="336064" h="547692">
                <a:moveTo>
                  <a:pt x="0" y="44244"/>
                </a:moveTo>
                <a:lnTo>
                  <a:pt x="27441" y="37211"/>
                </a:lnTo>
                <a:lnTo>
                  <a:pt x="55028" y="30779"/>
                </a:lnTo>
                <a:lnTo>
                  <a:pt x="82749" y="24950"/>
                </a:lnTo>
                <a:lnTo>
                  <a:pt x="110590" y="19727"/>
                </a:lnTo>
                <a:lnTo>
                  <a:pt x="138539" y="15112"/>
                </a:lnTo>
                <a:lnTo>
                  <a:pt x="166582" y="11109"/>
                </a:lnTo>
                <a:lnTo>
                  <a:pt x="194706" y="7718"/>
                </a:lnTo>
                <a:lnTo>
                  <a:pt x="222896" y="4941"/>
                </a:lnTo>
                <a:lnTo>
                  <a:pt x="251141" y="2781"/>
                </a:lnTo>
                <a:lnTo>
                  <a:pt x="279426" y="1236"/>
                </a:lnTo>
                <a:lnTo>
                  <a:pt x="307738" y="309"/>
                </a:lnTo>
                <a:lnTo>
                  <a:pt x="336064" y="0"/>
                </a:lnTo>
                <a:lnTo>
                  <a:pt x="336064" y="521208"/>
                </a:lnTo>
                <a:lnTo>
                  <a:pt x="319108" y="521393"/>
                </a:lnTo>
                <a:lnTo>
                  <a:pt x="302161" y="521948"/>
                </a:lnTo>
                <a:lnTo>
                  <a:pt x="285230" y="522873"/>
                </a:lnTo>
                <a:lnTo>
                  <a:pt x="268323" y="524166"/>
                </a:lnTo>
                <a:lnTo>
                  <a:pt x="251448" y="525828"/>
                </a:lnTo>
                <a:lnTo>
                  <a:pt x="234613" y="527858"/>
                </a:lnTo>
                <a:lnTo>
                  <a:pt x="217827" y="530254"/>
                </a:lnTo>
                <a:lnTo>
                  <a:pt x="201097" y="533017"/>
                </a:lnTo>
                <a:lnTo>
                  <a:pt x="184431" y="536143"/>
                </a:lnTo>
                <a:lnTo>
                  <a:pt x="167838" y="539632"/>
                </a:lnTo>
                <a:lnTo>
                  <a:pt x="151325" y="543483"/>
                </a:lnTo>
                <a:lnTo>
                  <a:pt x="134899" y="547692"/>
                </a:lnTo>
                <a:close/>
              </a:path>
            </a:pathLst>
          </a:custGeom>
          <a:solidFill>
            <a:srgbClr val="F6DDC9"/>
          </a:solidFill>
          <a:ln w="635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flipH="1" flipV="1">
            <a:off x="8180138" y="3288098"/>
            <a:ext cx="646579" cy="646579"/>
          </a:xfrm>
          <a:prstGeom prst="line">
            <a:avLst/>
          </a:prstGeom>
          <a:ln w="20320">
            <a:solidFill>
              <a:srgbClr val="D55E00"/>
            </a:solidFill>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8714232" y="3822191"/>
            <a:ext cx="768096" cy="768096"/>
          </a:xfrm>
          <a:prstGeom prst="ellipse">
            <a:avLst/>
          </a:prstGeom>
          <a:solidFill>
            <a:srgbClr val="93C5FD"/>
          </a:solidFill>
          <a:ln w="15875">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A1A1A"/>
                </a:solidFill>
                <a:latin typeface="Calibri"/>
              </a:rPr>
              <a:t>equal</a:t>
            </a:r>
          </a:p>
        </p:txBody>
      </p:sp>
      <p:sp>
        <p:nvSpPr>
          <p:cNvPr id="88" name="TextBox 87"/>
          <p:cNvSpPr txBox="1"/>
          <p:nvPr/>
        </p:nvSpPr>
        <p:spPr>
          <a:xfrm>
            <a:off x="1600200" y="5715000"/>
            <a:ext cx="2926080" cy="365760"/>
          </a:xfrm>
          <a:prstGeom prst="rect">
            <a:avLst/>
          </a:prstGeom>
          <a:noFill/>
        </p:spPr>
        <p:txBody>
          <a:bodyPr wrap="square">
            <a:spAutoFit/>
          </a:bodyPr>
          <a:lstStyle/>
          <a:p>
            <a:pPr algn="ctr"/>
            <a:r>
              <a:rPr sz="1300" b="1" i="0">
                <a:solidFill>
                  <a:srgbClr val="312E81"/>
                </a:solidFill>
                <a:latin typeface="Calibri"/>
              </a:rPr>
              <a:t>WEIGHTED BY SOURCES</a:t>
            </a:r>
          </a:p>
        </p:txBody>
      </p:sp>
      <p:sp>
        <p:nvSpPr>
          <p:cNvPr id="89" name="TextBox 88"/>
          <p:cNvSpPr txBox="1"/>
          <p:nvPr/>
        </p:nvSpPr>
        <p:spPr>
          <a:xfrm>
            <a:off x="1234440" y="6035040"/>
            <a:ext cx="3657600" cy="365760"/>
          </a:xfrm>
          <a:prstGeom prst="rect">
            <a:avLst/>
          </a:prstGeom>
          <a:noFill/>
        </p:spPr>
        <p:txBody>
          <a:bodyPr wrap="square">
            <a:spAutoFit/>
          </a:bodyPr>
          <a:lstStyle/>
          <a:p>
            <a:pPr algn="ctr"/>
            <a:r>
              <a:rPr sz="1300" b="0" i="0">
                <a:solidFill>
                  <a:srgbClr val="475569"/>
                </a:solidFill>
                <a:latin typeface="Calibri"/>
              </a:rPr>
              <a:t>Resource barely appears. You ask why.</a:t>
            </a:r>
          </a:p>
        </p:txBody>
      </p:sp>
      <p:sp>
        <p:nvSpPr>
          <p:cNvPr id="90" name="TextBox 89"/>
          <p:cNvSpPr txBox="1"/>
          <p:nvPr/>
        </p:nvSpPr>
        <p:spPr>
          <a:xfrm>
            <a:off x="7635240" y="5715000"/>
            <a:ext cx="2926080" cy="365760"/>
          </a:xfrm>
          <a:prstGeom prst="rect">
            <a:avLst/>
          </a:prstGeom>
          <a:noFill/>
        </p:spPr>
        <p:txBody>
          <a:bodyPr wrap="square">
            <a:spAutoFit/>
          </a:bodyPr>
          <a:lstStyle/>
          <a:p>
            <a:pPr algn="ctr"/>
            <a:r>
              <a:rPr sz="1300" b="1" i="0">
                <a:solidFill>
                  <a:srgbClr val="475569"/>
                </a:solidFill>
                <a:latin typeface="Calibri"/>
              </a:rPr>
              <a:t>EQUAL SLICES</a:t>
            </a:r>
          </a:p>
        </p:txBody>
      </p:sp>
      <p:sp>
        <p:nvSpPr>
          <p:cNvPr id="91" name="TextBox 90"/>
          <p:cNvSpPr txBox="1"/>
          <p:nvPr/>
        </p:nvSpPr>
        <p:spPr>
          <a:xfrm>
            <a:off x="7269480" y="6035040"/>
            <a:ext cx="3657600" cy="365760"/>
          </a:xfrm>
          <a:prstGeom prst="rect">
            <a:avLst/>
          </a:prstGeom>
          <a:noFill/>
        </p:spPr>
        <p:txBody>
          <a:bodyPr wrap="square">
            <a:spAutoFit/>
          </a:bodyPr>
          <a:lstStyle/>
          <a:p>
            <a:pPr algn="ctr"/>
            <a:r>
              <a:rPr sz="1300" b="0" i="0">
                <a:solidFill>
                  <a:srgbClr val="475569"/>
                </a:solidFill>
                <a:latin typeface="Calibri"/>
              </a:rPr>
              <a:t>Resource looks as central as Person.</a:t>
            </a:r>
          </a:p>
        </p:txBody>
      </p:sp>
      <p:sp>
        <p:nvSpPr>
          <p:cNvPr id="92" name="Rectangle 91"/>
          <p:cNvSpPr/>
          <p:nvPr/>
        </p:nvSpPr>
        <p:spPr>
          <a:xfrm>
            <a:off x="4617720" y="2697480"/>
            <a:ext cx="2926080" cy="2377440"/>
          </a:xfrm>
          <a:prstGeom prst="rect">
            <a:avLst/>
          </a:prstGeom>
          <a:solidFill>
            <a:srgbClr val="DCFCE7"/>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400" b="1">
                <a:solidFill>
                  <a:srgbClr val="166534"/>
                </a:solidFill>
                <a:latin typeface="Calibri"/>
              </a:rPr>
              <a:t>Read the width against the right graph.</a:t>
            </a:r>
          </a:p>
          <a:p>
            <a:pPr algn="ctr"/>
            <a:r>
              <a:rPr sz="1300" b="0">
                <a:solidFill>
                  <a:srgbClr val="0F172A"/>
                </a:solidFill>
                <a:latin typeface="Calibri"/>
              </a:rPr>
              <a:t>In aspects16 the sixteen sources are TOPIC drawings, so width means cross-cutting: needed in most aspects of one schema. In the n=6 reference the sources are PEOPLE, and width there means agreement — the gold test. Same mechanism, two readings.</a:t>
            </a:r>
          </a:p>
        </p:txBody>
      </p:sp>
      <p:sp>
        <p:nvSpPr>
          <p:cNvPr id="93" name="TextBox 92"/>
          <p:cNvSpPr txBox="1"/>
          <p:nvPr/>
        </p:nvSpPr>
        <p:spPr>
          <a:xfrm>
            <a:off x="411480" y="6355080"/>
            <a:ext cx="11338560" cy="320040"/>
          </a:xfrm>
          <a:prstGeom prst="rect">
            <a:avLst/>
          </a:prstGeom>
          <a:noFill/>
        </p:spPr>
        <p:txBody>
          <a:bodyPr wrap="square">
            <a:spAutoFit/>
          </a:bodyPr>
          <a:lstStyle/>
          <a:p>
            <a:pPr algn="l"/>
            <a:r>
              <a:rPr sz="1000" b="0" i="0">
                <a:solidFill>
                  <a:srgbClr val="94A3B8"/>
                </a:solidFill>
                <a:latin typeface="Calibri"/>
              </a:rPr>
              <a:t>Flip the toggle once in a meeting. Somebody always asks about Resource.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11480" y="164592"/>
            <a:ext cx="7315200" cy="274320"/>
          </a:xfrm>
          <a:prstGeom prst="rect">
            <a:avLst/>
          </a:prstGeom>
          <a:noFill/>
        </p:spPr>
        <p:txBody>
          <a:bodyPr wrap="square">
            <a:spAutoFit/>
          </a:bodyPr>
          <a:lstStyle/>
          <a:p>
            <a:pPr algn="l"/>
            <a:r>
              <a:rPr sz="900" b="1" i="0">
                <a:solidFill>
                  <a:srgbClr val="312E81"/>
                </a:solidFill>
                <a:latin typeface="Calibri"/>
              </a:rPr>
              <a:t>WHAT THE PICTURE MAKES OBVIOUS</a:t>
            </a:r>
          </a:p>
        </p:txBody>
      </p:sp>
      <p:sp>
        <p:nvSpPr>
          <p:cNvPr id="3" name="Rectangle 2"/>
          <p:cNvSpPr/>
          <p:nvPr/>
        </p:nvSpPr>
        <p:spPr>
          <a:xfrm>
            <a:off x="0" y="502920"/>
            <a:ext cx="12188952" cy="320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66928"/>
            <a:ext cx="11338560" cy="1188720"/>
          </a:xfrm>
          <a:prstGeom prst="rect">
            <a:avLst/>
          </a:prstGeom>
          <a:noFill/>
        </p:spPr>
        <p:txBody>
          <a:bodyPr wrap="square">
            <a:spAutoFit/>
          </a:bodyPr>
          <a:lstStyle/>
          <a:p>
            <a:pPr algn="l"/>
            <a:r>
              <a:rPr sz="3400" b="1" i="0">
                <a:solidFill>
                  <a:srgbClr val="0F172A"/>
                </a:solidFill>
                <a:latin typeface="Calibri"/>
              </a:rPr>
              <a:t>One concept, many variables</a:t>
            </a:r>
          </a:p>
        </p:txBody>
      </p:sp>
      <p:sp>
        <p:nvSpPr>
          <p:cNvPr id="5" name="TextBox 4"/>
          <p:cNvSpPr txBox="1"/>
          <p:nvPr/>
        </p:nvSpPr>
        <p:spPr>
          <a:xfrm>
            <a:off x="502920" y="1737360"/>
            <a:ext cx="11155680" cy="822960"/>
          </a:xfrm>
          <a:prstGeom prst="rect">
            <a:avLst/>
          </a:prstGeom>
          <a:noFill/>
        </p:spPr>
        <p:txBody>
          <a:bodyPr wrap="square">
            <a:spAutoFit/>
          </a:bodyPr>
          <a:lstStyle/>
          <a:p>
            <a:pPr algn="l"/>
            <a:r>
              <a:rPr sz="1800" b="0" i="0">
                <a:solidFill>
                  <a:srgbClr val="475569"/>
                </a:solidFill>
                <a:latin typeface="Calibri"/>
              </a:rPr>
              <a:t>Ring 3 is not a rename. It is the level at which a single concept can be measured several different ways — and the geometry already has room for it.</a:t>
            </a:r>
          </a:p>
        </p:txBody>
      </p:sp>
      <p:sp>
        <p:nvSpPr>
          <p:cNvPr id="6" name="Rectangle 5"/>
          <p:cNvSpPr/>
          <p:nvPr/>
        </p:nvSpPr>
        <p:spPr>
          <a:xfrm>
            <a:off x="502920" y="2788920"/>
            <a:ext cx="2651760" cy="137160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600" b="1">
                <a:solidFill>
                  <a:srgbClr val="475569"/>
                </a:solidFill>
                <a:latin typeface="Calibri"/>
              </a:rPr>
              <a:t>PROBLEM</a:t>
            </a:r>
          </a:p>
          <a:p>
            <a:pPr algn="ctr"/>
            <a:r>
              <a:rPr sz="1500" b="0">
                <a:solidFill>
                  <a:srgbClr val="0F172A"/>
                </a:solidFill>
                <a:latin typeface="Calibri"/>
              </a:rPr>
              <a:t>one concept</a:t>
            </a:r>
          </a:p>
          <a:p>
            <a:pPr algn="ctr"/>
            <a:r>
              <a:rPr sz="1500" b="0">
                <a:solidFill>
                  <a:srgbClr val="0F172A"/>
                </a:solidFill>
                <a:latin typeface="Calibri"/>
              </a:rPr>
              <a:t>Ring 2</a:t>
            </a:r>
          </a:p>
        </p:txBody>
      </p:sp>
      <p:sp>
        <p:nvSpPr>
          <p:cNvPr id="7" name="TextBox 6"/>
          <p:cNvSpPr txBox="1"/>
          <p:nvPr/>
        </p:nvSpPr>
        <p:spPr>
          <a:xfrm>
            <a:off x="3291840" y="3200400"/>
            <a:ext cx="548640" cy="548640"/>
          </a:xfrm>
          <a:prstGeom prst="rect">
            <a:avLst/>
          </a:prstGeom>
          <a:noFill/>
        </p:spPr>
        <p:txBody>
          <a:bodyPr wrap="square">
            <a:spAutoFit/>
          </a:bodyPr>
          <a:lstStyle/>
          <a:p>
            <a:pPr algn="ctr"/>
            <a:r>
              <a:rPr sz="3000" b="0" i="0">
                <a:solidFill>
                  <a:srgbClr val="4338CA"/>
                </a:solidFill>
                <a:latin typeface="Calibri"/>
              </a:rPr>
              <a:t>→</a:t>
            </a:r>
          </a:p>
        </p:txBody>
      </p:sp>
      <p:sp>
        <p:nvSpPr>
          <p:cNvPr id="8" name="Rectangle 7"/>
          <p:cNvSpPr/>
          <p:nvPr/>
        </p:nvSpPr>
        <p:spPr>
          <a:xfrm>
            <a:off x="3977639" y="2788920"/>
            <a:ext cx="2560320" cy="658368"/>
          </a:xfrm>
          <a:prstGeom prst="rect">
            <a:avLst/>
          </a:prstGeom>
          <a:solidFill>
            <a:srgbClr val="EEF2FF"/>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400" b="1">
                <a:solidFill>
                  <a:srgbClr val="312E81"/>
                </a:solidFill>
                <a:latin typeface="Calibri"/>
              </a:rPr>
              <a:t>Seriousness of PROBLEM</a:t>
            </a:r>
          </a:p>
        </p:txBody>
      </p:sp>
      <p:sp>
        <p:nvSpPr>
          <p:cNvPr id="9" name="Rectangle 8"/>
          <p:cNvSpPr/>
          <p:nvPr/>
        </p:nvSpPr>
        <p:spPr>
          <a:xfrm>
            <a:off x="6720840" y="2788920"/>
            <a:ext cx="2560320" cy="658368"/>
          </a:xfrm>
          <a:prstGeom prst="rect">
            <a:avLst/>
          </a:prstGeom>
          <a:solidFill>
            <a:srgbClr val="EEF2FF"/>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400" b="1">
                <a:solidFill>
                  <a:srgbClr val="312E81"/>
                </a:solidFill>
                <a:latin typeface="Calibri"/>
              </a:rPr>
              <a:t>Frequency of PROBLEM</a:t>
            </a:r>
          </a:p>
        </p:txBody>
      </p:sp>
      <p:sp>
        <p:nvSpPr>
          <p:cNvPr id="10" name="Rectangle 9"/>
          <p:cNvSpPr/>
          <p:nvPr/>
        </p:nvSpPr>
        <p:spPr>
          <a:xfrm>
            <a:off x="9464040" y="2788920"/>
            <a:ext cx="2560320" cy="658368"/>
          </a:xfrm>
          <a:prstGeom prst="rect">
            <a:avLst/>
          </a:prstGeom>
          <a:solidFill>
            <a:srgbClr val="EEF2FF"/>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400" b="1">
                <a:solidFill>
                  <a:srgbClr val="312E81"/>
                </a:solidFill>
                <a:latin typeface="Calibri"/>
              </a:rPr>
              <a:t>Cost of PROBLEM</a:t>
            </a:r>
          </a:p>
        </p:txBody>
      </p:sp>
      <p:sp>
        <p:nvSpPr>
          <p:cNvPr id="11" name="TextBox 10"/>
          <p:cNvSpPr txBox="1"/>
          <p:nvPr/>
        </p:nvSpPr>
        <p:spPr>
          <a:xfrm>
            <a:off x="3977639" y="3611880"/>
            <a:ext cx="7680960" cy="457200"/>
          </a:xfrm>
          <a:prstGeom prst="rect">
            <a:avLst/>
          </a:prstGeom>
          <a:noFill/>
        </p:spPr>
        <p:txBody>
          <a:bodyPr wrap="square">
            <a:spAutoFit/>
          </a:bodyPr>
          <a:lstStyle/>
          <a:p>
            <a:pPr algn="l"/>
            <a:r>
              <a:rPr sz="1400" b="0" i="1">
                <a:solidFill>
                  <a:srgbClr val="475569"/>
                </a:solidFill>
                <a:latin typeface="Calibri"/>
              </a:rPr>
              <a:t>Ring 3 — several variables, one parent, arcs that subdivide automatically</a:t>
            </a:r>
          </a:p>
        </p:txBody>
      </p:sp>
      <p:sp>
        <p:nvSpPr>
          <p:cNvPr id="12" name="Rectangle 11"/>
          <p:cNvSpPr/>
          <p:nvPr/>
        </p:nvSpPr>
        <p:spPr>
          <a:xfrm>
            <a:off x="502920" y="4572000"/>
            <a:ext cx="11183112" cy="1417320"/>
          </a:xfrm>
          <a:prstGeom prst="rect">
            <a:avLst/>
          </a:prstGeom>
          <a:solidFill>
            <a:srgbClr val="FFFBEB"/>
          </a:solidFill>
          <a:ln w="19050">
            <a:solidFill>
              <a:srgbClr val="92400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500" b="1">
                <a:solidFill>
                  <a:srgbClr val="92400E"/>
                </a:solidFill>
                <a:latin typeface="Calibri"/>
              </a:rPr>
              <a:t>There is exactly one example today — and it is being lost.</a:t>
            </a:r>
          </a:p>
          <a:p>
            <a:pPr algn="ctr"/>
            <a:r>
              <a:rPr sz="1400" b="0">
                <a:solidFill>
                  <a:srgbClr val="0F172A"/>
                </a:solidFill>
                <a:latin typeface="Calibri"/>
              </a:rPr>
              <a:t>affect.json draws BOTH “Positive AFFECT” and “Negative AFFECT” as the concept Affect. Because the substrate merges on schema label, only one survives into the database. The wheel shows one wedge where the file has two.</a:t>
            </a:r>
          </a:p>
        </p:txBody>
      </p:sp>
      <p:sp>
        <p:nvSpPr>
          <p:cNvPr id="13" name="TextBox 12"/>
          <p:cNvSpPr txBox="1"/>
          <p:nvPr/>
        </p:nvSpPr>
        <p:spPr>
          <a:xfrm>
            <a:off x="411480" y="6355080"/>
            <a:ext cx="11338560" cy="320040"/>
          </a:xfrm>
          <a:prstGeom prst="rect">
            <a:avLst/>
          </a:prstGeom>
          <a:noFill/>
        </p:spPr>
        <p:txBody>
          <a:bodyPr wrap="square">
            <a:spAutoFit/>
          </a:bodyPr>
          <a:lstStyle/>
          <a:p>
            <a:pPr algn="l"/>
            <a:r>
              <a:rPr sz="1000" b="0" i="0">
                <a:solidFill>
                  <a:srgbClr val="94A3B8"/>
                </a:solidFill>
                <a:latin typeface="Calibri"/>
              </a:rPr>
              <a:t>The shape was ready for this before the data was. That is the useful direction for a schema to be wrong 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11480" y="164592"/>
            <a:ext cx="7315200" cy="274320"/>
          </a:xfrm>
          <a:prstGeom prst="rect">
            <a:avLst/>
          </a:prstGeom>
          <a:noFill/>
        </p:spPr>
        <p:txBody>
          <a:bodyPr wrap="square">
            <a:spAutoFit/>
          </a:bodyPr>
          <a:lstStyle/>
          <a:p>
            <a:pPr algn="l"/>
            <a:r>
              <a:rPr sz="900" b="1" i="0">
                <a:solidFill>
                  <a:srgbClr val="991B1B"/>
                </a:solidFill>
                <a:latin typeface="Calibri"/>
              </a:rPr>
              <a:t>WHAT IT CANNOT DO</a:t>
            </a:r>
          </a:p>
        </p:txBody>
      </p:sp>
      <p:sp>
        <p:nvSpPr>
          <p:cNvPr id="3" name="Rectangle 2"/>
          <p:cNvSpPr/>
          <p:nvPr/>
        </p:nvSpPr>
        <p:spPr>
          <a:xfrm>
            <a:off x="0" y="502920"/>
            <a:ext cx="12188952" cy="32004"/>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66928"/>
            <a:ext cx="11338560" cy="1188720"/>
          </a:xfrm>
          <a:prstGeom prst="rect">
            <a:avLst/>
          </a:prstGeom>
          <a:noFill/>
        </p:spPr>
        <p:txBody>
          <a:bodyPr wrap="square">
            <a:spAutoFit/>
          </a:bodyPr>
          <a:lstStyle/>
          <a:p>
            <a:pPr algn="l"/>
            <a:r>
              <a:rPr sz="3400" b="1" i="0">
                <a:solidFill>
                  <a:srgbClr val="0F172A"/>
                </a:solidFill>
                <a:latin typeface="Calibri"/>
              </a:rPr>
              <a:t>There are no causal edges here, and there never can be</a:t>
            </a:r>
          </a:p>
        </p:txBody>
      </p:sp>
      <p:sp>
        <p:nvSpPr>
          <p:cNvPr id="5" name="TextBox 4"/>
          <p:cNvSpPr txBox="1"/>
          <p:nvPr/>
        </p:nvSpPr>
        <p:spPr>
          <a:xfrm>
            <a:off x="502920" y="1783080"/>
            <a:ext cx="11155680" cy="822960"/>
          </a:xfrm>
          <a:prstGeom prst="rect">
            <a:avLst/>
          </a:prstGeom>
          <a:noFill/>
        </p:spPr>
        <p:txBody>
          <a:bodyPr wrap="square">
            <a:spAutoFit/>
          </a:bodyPr>
          <a:lstStyle/>
          <a:p>
            <a:pPr algn="l"/>
            <a:r>
              <a:rPr sz="1900" b="0" i="0">
                <a:solidFill>
                  <a:srgbClr val="475569"/>
                </a:solidFill>
                <a:latin typeface="Calibri"/>
              </a:rPr>
              <a:t>A sunburst partitions a disc. Every child sits inside exactly one parent, and the geometry offers nowhere to put an arrow that returns to where it started.</a:t>
            </a:r>
          </a:p>
        </p:txBody>
      </p:sp>
      <p:sp>
        <p:nvSpPr>
          <p:cNvPr id="6" name="Rectangle 5"/>
          <p:cNvSpPr/>
          <p:nvPr/>
        </p:nvSpPr>
        <p:spPr>
          <a:xfrm>
            <a:off x="502920" y="2743200"/>
            <a:ext cx="11183112" cy="1508760"/>
          </a:xfrm>
          <a:prstGeom prst="rect">
            <a:avLst/>
          </a:prstGeom>
          <a:solidFill>
            <a:srgbClr val="FEE2E2"/>
          </a:solidFill>
          <a:ln w="19050">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700" b="1">
                <a:solidFill>
                  <a:srgbClr val="991B1B"/>
                </a:solidFill>
                <a:latin typeface="Calibri"/>
              </a:rPr>
              <a:t>The Fixes-that-Fail loop has no representation in this shape.</a:t>
            </a:r>
          </a:p>
          <a:p>
            <a:pPr algn="ctr"/>
            <a:r>
              <a:rPr sz="1600" b="0">
                <a:solidFill>
                  <a:srgbClr val="0F172A"/>
                </a:solidFill>
                <a:latin typeface="Calibri"/>
              </a:rPr>
              <a:t>Problem raises Motivation raises Action — and address and resolve close negatively back onto Problem. That loop is the most important thing in the substrate, and this picture cannot hold it.</a:t>
            </a:r>
          </a:p>
        </p:txBody>
      </p:sp>
      <p:sp>
        <p:nvSpPr>
          <p:cNvPr id="7" name="TextBox 6"/>
          <p:cNvSpPr txBox="1"/>
          <p:nvPr/>
        </p:nvSpPr>
        <p:spPr>
          <a:xfrm>
            <a:off x="502920" y="4389120"/>
            <a:ext cx="11155680" cy="1828800"/>
          </a:xfrm>
          <a:prstGeom prst="rect">
            <a:avLst/>
          </a:prstGeom>
          <a:noFill/>
        </p:spPr>
        <p:txBody>
          <a:bodyPr wrap="square">
            <a:spAutoFit/>
          </a:bodyPr>
          <a:lstStyle/>
          <a:p>
            <a:pPr algn="l">
              <a:spcAft>
                <a:spcPts val="500"/>
              </a:spcAft>
            </a:pPr>
            <a:r>
              <a:rPr sz="1800" b="1">
                <a:solidFill>
                  <a:srgbClr val="0F172A"/>
                </a:solidFill>
                <a:latin typeface="Calibri"/>
              </a:rPr>
              <a:t>This is the price of the clarity, not a gap to fill later.</a:t>
            </a:r>
          </a:p>
          <a:p>
            <a:pPr algn="l">
              <a:spcAft>
                <a:spcPts val="500"/>
              </a:spcAft>
            </a:pPr>
            <a:r>
              <a:rPr sz="1500" b="0">
                <a:solidFill>
                  <a:srgbClr val="475569"/>
                </a:solidFill>
                <a:latin typeface="Calibri"/>
              </a:rPr>
              <a:t>Add edges to THIS wheel and the geometry will accept them while the picture lies.</a:t>
            </a:r>
          </a:p>
          <a:p>
            <a:pPr algn="l">
              <a:spcAft>
                <a:spcPts val="500"/>
              </a:spcAft>
            </a:pPr>
            <a:r>
              <a:rPr sz="1500" b="0">
                <a:solidFill>
                  <a:srgbClr val="475569"/>
                </a:solidFill>
                <a:latin typeface="Calibri"/>
              </a:rPr>
              <a:t>But a different wheel could carry causality: root it on one concept, put its causes in ring 1, theirs in ring 2. That is a tree — and the same concept appearing twice is the accepted price, exactly as it already is in the Graph Tool's driver trees.</a:t>
            </a:r>
          </a:p>
          <a:p>
            <a:pPr algn="l">
              <a:spcAft>
                <a:spcPts val="500"/>
              </a:spcAft>
            </a:pPr>
            <a:r>
              <a:rPr sz="1500" b="0">
                <a:solidFill>
                  <a:srgbClr val="0F172A"/>
                </a:solidFill>
                <a:latin typeface="Calibri"/>
              </a:rPr>
              <a:t>The rule is not “a sunburst cannot show influence.” It is that the rings must be the hierarchy you are actually claiming.</a:t>
            </a:r>
          </a:p>
        </p:txBody>
      </p:sp>
      <p:sp>
        <p:nvSpPr>
          <p:cNvPr id="8" name="TextBox 7"/>
          <p:cNvSpPr txBox="1"/>
          <p:nvPr/>
        </p:nvSpPr>
        <p:spPr>
          <a:xfrm>
            <a:off x="411480" y="6355080"/>
            <a:ext cx="11338560" cy="320040"/>
          </a:xfrm>
          <a:prstGeom prst="rect">
            <a:avLst/>
          </a:prstGeom>
          <a:noFill/>
        </p:spPr>
        <p:txBody>
          <a:bodyPr wrap="square">
            <a:spAutoFit/>
          </a:bodyPr>
          <a:lstStyle/>
          <a:p>
            <a:pPr algn="l"/>
            <a:r>
              <a:rPr sz="1000" b="0" i="0">
                <a:solidFill>
                  <a:srgbClr val="94A3B8"/>
                </a:solidFill>
                <a:latin typeface="Calibri"/>
              </a:rPr>
              <a:t>Also absent, for the same reason: instances, which source drawing contributed what, and link families.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11480" y="164592"/>
            <a:ext cx="7315200" cy="274320"/>
          </a:xfrm>
          <a:prstGeom prst="rect">
            <a:avLst/>
          </a:prstGeom>
          <a:noFill/>
        </p:spPr>
        <p:txBody>
          <a:bodyPr wrap="square">
            <a:spAutoFit/>
          </a:bodyPr>
          <a:lstStyle/>
          <a:p>
            <a:pPr algn="l"/>
            <a:r>
              <a:rPr sz="900" b="1" i="0">
                <a:solidFill>
                  <a:srgbClr val="312E81"/>
                </a:solidFill>
                <a:latin typeface="Calibri"/>
              </a:rPr>
              <a:t>HOW IT IS BUILT</a:t>
            </a:r>
          </a:p>
        </p:txBody>
      </p:sp>
      <p:sp>
        <p:nvSpPr>
          <p:cNvPr id="3" name="Rectangle 2"/>
          <p:cNvSpPr/>
          <p:nvPr/>
        </p:nvSpPr>
        <p:spPr>
          <a:xfrm>
            <a:off x="0" y="502920"/>
            <a:ext cx="12188952" cy="320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566928"/>
            <a:ext cx="11338560" cy="1188720"/>
          </a:xfrm>
          <a:prstGeom prst="rect">
            <a:avLst/>
          </a:prstGeom>
          <a:noFill/>
        </p:spPr>
        <p:txBody>
          <a:bodyPr wrap="square">
            <a:spAutoFit/>
          </a:bodyPr>
          <a:lstStyle/>
          <a:p>
            <a:pPr algn="l"/>
            <a:r>
              <a:rPr sz="3400" b="1" i="0">
                <a:solidFill>
                  <a:srgbClr val="0F172A"/>
                </a:solidFill>
                <a:latin typeface="Calibri"/>
              </a:rPr>
              <a:t>Derived, dumb, and portable</a:t>
            </a:r>
          </a:p>
        </p:txBody>
      </p:sp>
      <p:sp>
        <p:nvSpPr>
          <p:cNvPr id="5" name="Rectangle 4"/>
          <p:cNvSpPr/>
          <p:nvPr/>
        </p:nvSpPr>
        <p:spPr>
          <a:xfrm>
            <a:off x="502920" y="1965960"/>
            <a:ext cx="3611880" cy="2148840"/>
          </a:xfrm>
          <a:prstGeom prst="rect">
            <a:avLst/>
          </a:prstGeom>
          <a:solidFill>
            <a:srgbClr val="EEF2FF"/>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r>
              <a:rPr sz="1400" b="1">
                <a:solidFill>
                  <a:srgbClr val="312E81"/>
                </a:solidFill>
                <a:latin typeface="Calibri"/>
              </a:rPr>
              <a:t>NOTHING IS STORED</a:t>
            </a:r>
          </a:p>
          <a:p>
            <a:pPr algn="l"/>
            <a:r>
              <a:rPr sz="1300" b="0">
                <a:solidFill>
                  <a:srgbClr val="0F172A"/>
                </a:solidFill>
                <a:latin typeface="Calibri"/>
              </a:rPr>
              <a:t>Families, colours, labels and source counts all come out of the live database. There is no second copy to drift from, so the picture cannot go stale while the data moves.</a:t>
            </a:r>
          </a:p>
        </p:txBody>
      </p:sp>
      <p:sp>
        <p:nvSpPr>
          <p:cNvPr id="6" name="Rectangle 5"/>
          <p:cNvSpPr/>
          <p:nvPr/>
        </p:nvSpPr>
        <p:spPr>
          <a:xfrm>
            <a:off x="4306824" y="1965960"/>
            <a:ext cx="3611880" cy="214884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r>
              <a:rPr sz="1400" b="1">
                <a:solidFill>
                  <a:srgbClr val="475569"/>
                </a:solidFill>
                <a:latin typeface="Calibri"/>
              </a:rPr>
              <a:t>THE RENDERER KNOWS NO DOMAIN</a:t>
            </a:r>
          </a:p>
          <a:p>
            <a:pPr algn="l"/>
            <a:r>
              <a:rPr sz="1300" b="0">
                <a:solidFill>
                  <a:srgbClr val="0F172A"/>
                </a:solidFill>
                <a:latin typeface="Calibri"/>
              </a:rPr>
              <a:t>The projection emits start and span as fractions; the tool turns fractions into arcs. Point it at a different tree and it draws that, with no code change.</a:t>
            </a:r>
          </a:p>
        </p:txBody>
      </p:sp>
      <p:sp>
        <p:nvSpPr>
          <p:cNvPr id="7" name="Rectangle 6"/>
          <p:cNvSpPr/>
          <p:nvPr/>
        </p:nvSpPr>
        <p:spPr>
          <a:xfrm>
            <a:off x="8110728" y="1965960"/>
            <a:ext cx="3611880" cy="214884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l"/>
            <a:r>
              <a:rPr sz="1400" b="1">
                <a:solidFill>
                  <a:srgbClr val="475569"/>
                </a:solidFill>
                <a:latin typeface="Calibri"/>
              </a:rPr>
              <a:t>IT WORKS WITH THE SERVER OFF</a:t>
            </a:r>
          </a:p>
          <a:p>
            <a:pPr algn="l"/>
            <a:r>
              <a:rPr sz="1300" b="0">
                <a:solidFill>
                  <a:srgbClr val="0F172A"/>
                </a:solidFill>
                <a:latin typeface="Calibri"/>
              </a:rPr>
              <a:t>A snapshot of all three graphs is baked into the file, so it opens from a thumb drive — and says so in red, rather than pretending to be live.</a:t>
            </a:r>
          </a:p>
        </p:txBody>
      </p:sp>
      <p:sp>
        <p:nvSpPr>
          <p:cNvPr id="8" name="Rectangle 7"/>
          <p:cNvSpPr/>
          <p:nvPr/>
        </p:nvSpPr>
        <p:spPr>
          <a:xfrm>
            <a:off x="502920" y="4434840"/>
            <a:ext cx="11183112" cy="1508760"/>
          </a:xfrm>
          <a:prstGeom prst="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91440"/>
          <a:lstStyle/>
          <a:p>
            <a:pPr algn="ctr"/>
            <a:r>
              <a:rPr sz="1500" b="1">
                <a:solidFill>
                  <a:srgbClr val="0F172A"/>
                </a:solidFill>
                <a:latin typeface="Calibri"/>
              </a:rPr>
              <a:t>The label that will not fit goes to hover.</a:t>
            </a:r>
          </a:p>
          <a:p>
            <a:pPr algn="ctr"/>
            <a:r>
              <a:rPr sz="1400" b="0">
                <a:solidFill>
                  <a:srgbClr val="0F172A"/>
                </a:solidFill>
                <a:latin typeface="Calibri"/>
              </a:rPr>
              <a:t>Each label is capped by the room its own wedge has. What does not fit is shortened; what cannot fit at all becomes a faint ellipsis — and every segment carries its full text, its source list and its ring name, on hover. Click to pin it, because a touch screen has no hover. Search dims rather than filters, so proportions never shift underfoot, and a colour toggle swaps the family reading for OPM Object / Process.</a:t>
            </a:r>
          </a:p>
        </p:txBody>
      </p:sp>
      <p:sp>
        <p:nvSpPr>
          <p:cNvPr id="9" name="TextBox 8"/>
          <p:cNvSpPr txBox="1"/>
          <p:nvPr/>
        </p:nvSpPr>
        <p:spPr>
          <a:xfrm>
            <a:off x="411480" y="6355080"/>
            <a:ext cx="11338560" cy="320040"/>
          </a:xfrm>
          <a:prstGeom prst="rect">
            <a:avLst/>
          </a:prstGeom>
          <a:noFill/>
        </p:spPr>
        <p:txBody>
          <a:bodyPr wrap="square">
            <a:spAutoFit/>
          </a:bodyPr>
          <a:lstStyle/>
          <a:p>
            <a:pPr algn="l"/>
            <a:r>
              <a:rPr sz="1000" b="0" i="0">
                <a:solidFill>
                  <a:srgbClr val="94A3B8"/>
                </a:solidFill>
                <a:latin typeface="Calibri"/>
              </a:rPr>
              <a:t>Stress-tested at 64 concepts with deliberately punishing labels: no overflow, every label still reachable.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128016"/>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25880"/>
            <a:ext cx="10058400" cy="365760"/>
          </a:xfrm>
          <a:prstGeom prst="rect">
            <a:avLst/>
          </a:prstGeom>
          <a:noFill/>
        </p:spPr>
        <p:txBody>
          <a:bodyPr wrap="square">
            <a:spAutoFit/>
          </a:bodyPr>
          <a:lstStyle/>
          <a:p>
            <a:pPr algn="l"/>
            <a:r>
              <a:rPr sz="1300" b="1" i="0">
                <a:solidFill>
                  <a:srgbClr val="E0E7FF"/>
                </a:solidFill>
                <a:latin typeface="Calibri"/>
              </a:rPr>
              <a:t>THE BET UNDERNEATH</a:t>
            </a:r>
          </a:p>
        </p:txBody>
      </p:sp>
      <p:sp>
        <p:nvSpPr>
          <p:cNvPr id="4" name="TextBox 3"/>
          <p:cNvSpPr txBox="1"/>
          <p:nvPr/>
        </p:nvSpPr>
        <p:spPr>
          <a:xfrm>
            <a:off x="822960" y="1920240"/>
            <a:ext cx="10515600" cy="2560320"/>
          </a:xfrm>
          <a:prstGeom prst="rect">
            <a:avLst/>
          </a:prstGeom>
          <a:noFill/>
        </p:spPr>
        <p:txBody>
          <a:bodyPr wrap="square">
            <a:spAutoFit/>
          </a:bodyPr>
          <a:lstStyle/>
          <a:p>
            <a:pPr algn="l">
              <a:spcAft>
                <a:spcPts val="800"/>
              </a:spcAft>
            </a:pPr>
            <a:r>
              <a:rPr sz="3000" b="1">
                <a:solidFill>
                  <a:srgbClr val="FFFFFF"/>
                </a:solidFill>
                <a:latin typeface="Calibri"/>
              </a:rPr>
              <a:t>A group cannot agree on causes</a:t>
            </a:r>
          </a:p>
          <a:p>
            <a:pPr algn="l">
              <a:spcAft>
                <a:spcPts val="800"/>
              </a:spcAft>
            </a:pPr>
            <a:r>
              <a:rPr sz="3000" b="1">
                <a:solidFill>
                  <a:srgbClr val="FFFFFF"/>
                </a:solidFill>
                <a:latin typeface="Calibri"/>
              </a:rPr>
              <a:t>until it agrees on words —</a:t>
            </a:r>
          </a:p>
          <a:p>
            <a:pPr algn="l">
              <a:spcAft>
                <a:spcPts val="800"/>
              </a:spcAft>
            </a:pPr>
            <a:r>
              <a:rPr sz="3000" b="1">
                <a:solidFill>
                  <a:srgbClr val="FFFFFF"/>
                </a:solidFill>
                <a:latin typeface="Calibri"/>
              </a:rPr>
              <a:t>and cannot notice it disagrees about words</a:t>
            </a:r>
          </a:p>
          <a:p>
            <a:pPr algn="l">
              <a:spcAft>
                <a:spcPts val="800"/>
              </a:spcAft>
            </a:pPr>
            <a:r>
              <a:rPr sz="3000" b="1">
                <a:solidFill>
                  <a:srgbClr val="FFFFFF"/>
                </a:solidFill>
                <a:latin typeface="Calibri"/>
              </a:rPr>
              <a:t>while the words are in a table.</a:t>
            </a:r>
          </a:p>
        </p:txBody>
      </p:sp>
      <p:sp>
        <p:nvSpPr>
          <p:cNvPr id="5" name="TextBox 4"/>
          <p:cNvSpPr txBox="1"/>
          <p:nvPr/>
        </p:nvSpPr>
        <p:spPr>
          <a:xfrm>
            <a:off x="822960" y="4572000"/>
            <a:ext cx="10515600" cy="457200"/>
          </a:xfrm>
          <a:prstGeom prst="rect">
            <a:avLst/>
          </a:prstGeom>
          <a:noFill/>
        </p:spPr>
        <p:txBody>
          <a:bodyPr wrap="square">
            <a:spAutoFit/>
          </a:bodyPr>
          <a:lstStyle/>
          <a:p>
            <a:pPr algn="l"/>
            <a:r>
              <a:rPr sz="1900" b="0" i="1">
                <a:solidFill>
                  <a:srgbClr val="E0E7FF"/>
                </a:solidFill>
                <a:latin typeface="Calibri"/>
              </a:rPr>
              <a:t>A cave drawing of our own language.</a:t>
            </a:r>
          </a:p>
        </p:txBody>
      </p:sp>
      <p:sp>
        <p:nvSpPr>
          <p:cNvPr id="6" name="TextBox 5"/>
          <p:cNvSpPr txBox="1"/>
          <p:nvPr/>
        </p:nvSpPr>
        <p:spPr>
          <a:xfrm>
            <a:off x="822960" y="5257800"/>
            <a:ext cx="10058400" cy="457200"/>
          </a:xfrm>
          <a:prstGeom prst="rect">
            <a:avLst/>
          </a:prstGeom>
          <a:noFill/>
        </p:spPr>
        <p:txBody>
          <a:bodyPr wrap="square">
            <a:spAutoFit/>
          </a:bodyPr>
          <a:lstStyle/>
          <a:p>
            <a:pPr algn="l"/>
            <a:r>
              <a:rPr sz="1800" b="0" i="0">
                <a:solidFill>
                  <a:srgbClr val="E0E7FF"/>
                </a:solidFill>
                <a:latin typeface="Calibri"/>
              </a:rPr>
              <a:t>tools/schema-sunburst.html</a:t>
            </a:r>
          </a:p>
        </p:txBody>
      </p:sp>
      <p:sp>
        <p:nvSpPr>
          <p:cNvPr id="7" name="TextBox 6"/>
          <p:cNvSpPr txBox="1"/>
          <p:nvPr/>
        </p:nvSpPr>
        <p:spPr>
          <a:xfrm>
            <a:off x="822960" y="5715000"/>
            <a:ext cx="10515600" cy="365760"/>
          </a:xfrm>
          <a:prstGeom prst="rect">
            <a:avLst/>
          </a:prstGeom>
          <a:noFill/>
        </p:spPr>
        <p:txBody>
          <a:bodyPr wrap="square">
            <a:spAutoFit/>
          </a:bodyPr>
          <a:lstStyle/>
          <a:p>
            <a:pPr algn="l"/>
            <a:r>
              <a:rPr sz="1300" b="0" i="0">
                <a:solidFill>
                  <a:srgbClr val="94A3B8"/>
                </a:solidFill>
                <a:latin typeface="Calibri"/>
              </a:rPr>
              <a:t>Introduction · User Manual · projection at substrate/api.py → /projection/vocabulary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