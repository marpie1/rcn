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FAFE"/>
                </a:solidFill>
                <a:latin typeface="Calibri"/>
              </a:rPr>
              <a:t>RCN TOOLSET  ·  THE SUBSTRATE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RCN Substrate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One graph holding every layer at once.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The tools stop being applications with their own files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and become lenses on the same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Neo4j 5.26.4 Enterprise  ·  projection layer on port 8768  ·  three databases, one set of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Every tool owned its own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The same concept lived in a graph JSON, a map, a timeline,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and sixteen separate drawings.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475569"/>
                </a:solidFill>
                <a:latin typeface="Calibri"/>
              </a:rPr>
              <a:t>Nothing anywhere could say those were the same 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23360"/>
            <a:ext cx="11155680" cy="128016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155E75"/>
                </a:solidFill>
                <a:latin typeface="Calibri"/>
              </a:rPr>
              <a:t>Two answers to one question.</a:t>
            </a:r>
          </a:p>
          <a:p>
            <a:pPr algn="ctr"/>
            <a:r>
              <a:rPr sz="1700" b="0">
                <a:solidFill>
                  <a:srgbClr val="0F172A"/>
                </a:solidFill>
                <a:latin typeface="Calibri"/>
              </a:rPr>
              <a:t>Not a sync problem. A question of which copy is true — and no way to ask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substrate is the decision to stop having two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FAFE"/>
                </a:solidFill>
                <a:latin typeface="Calibri"/>
              </a:rPr>
              <a:t>THE RULE EVERYTHING FOLLOWS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substrate owns meaning.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file owns appearance.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FFAFE"/>
                </a:solidFill>
                <a:latin typeface="Calibri"/>
              </a:rPr>
              <a:t>Neither pretends to own the other, and anything derivable is computed rather than stored.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Calibri"/>
              </a:rPr>
              <a:t>Almost every design question answers itself from that sentence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and every bug found so far was a violation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WHO OWNS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Three places a fact can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3611880" cy="265176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NEO4J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Schema label, the states of a concept,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polarity, relation family, sources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Meaning. It has to merge across drawings.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6824" y="1965960"/>
            <a:ext cx="361188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THE FILE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Coordinates, colour, duplicate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placements, node ids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Appearance. It belongs to one drawing.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0728" y="1965960"/>
            <a:ext cx="3611880" cy="26517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66534"/>
                </a:solidFill>
                <a:latin typeface="Calibri"/>
              </a:rPr>
              <a:t>NOWHERE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Gold, family colour,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the fallback layout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Derivable. Storing it makes a second answer that can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1118311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The third column is the one people skip.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gold is never stored — it is size(sources) &gt; 1, evaluated fresh on every request. Store it and you have two answers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Every bug in the pitfalls list is a fact that ended up in the wrong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WHAT A LENS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One query, one lens, one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Every projection returns the Graph Tool's own schema, declared canonical so renderers read it with zero translation. No adapters.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11183112" cy="137160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155E75"/>
                </a:solidFill>
                <a:latin typeface="Calibri"/>
              </a:rPr>
              <a:t>The renderers stay dumb.</a:t>
            </a:r>
          </a:p>
          <a:p>
            <a:pPr algn="ctr"/>
            <a:r>
              <a:rPr sz="1600" b="0">
                <a:solidFill>
                  <a:srgbClr val="0F172A"/>
                </a:solidFill>
                <a:latin typeface="Calibri"/>
              </a:rPr>
              <a:t>They draw shapes from data and know nothing about the domain. When a lens seems to need a custom renderer, the projection is usually wrong — fix the query, not the renderer.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519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0F172A"/>
                </a:solidFill>
                <a:latin typeface="Calibri"/>
              </a:rPr>
              <a:t>That rule paid for itself when the driver wheel was built.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Its rings mean causal distance rather than naming — a completely different tree —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and the Sunburst needed no new geometry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 new lens costs a query, not an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THE LENSES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Six readings of one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/projection/schema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the substrate describing itself,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with live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6824" y="19202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/projection/causal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the CLD reading. Its nodes are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STATES, not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0728" y="19202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/projection/structure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the ERD reading. Deliberately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unsigned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/projection/gold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who drew what, and where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two hands met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35204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/projection/vocabulary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family to concept to states,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as a tree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0728" y="352044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1400" b="1">
                <a:solidFill>
                  <a:srgbClr val="155E75"/>
                </a:solidFill>
                <a:latin typeface="Calibri"/>
              </a:rPr>
              <a:t>/projection/drivers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causality unrolled from one state,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carrying the sign along each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12080"/>
            <a:ext cx="11183112" cy="105156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500" b="1">
                <a:solidFill>
                  <a:srgbClr val="155E75"/>
                </a:solidFill>
                <a:latin typeface="Calibri"/>
              </a:rPr>
              <a:t>A subgraph is not stored. WHERE 'org' IN c.sources IS the drawing.</a:t>
            </a:r>
          </a:p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The sixteen drawings and their union are the same rows read two ways — nothing is duplicated to make both readings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THE CLAIM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Only the data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75569"/>
                </a:solidFill>
                <a:latin typeface="Calibri"/>
              </a:rPr>
              <a:t>Three databases, read by byte-identical Cypher. ?db= selects which graph, never which query.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2377440" cy="73152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5E75"/>
                </a:solidFill>
                <a:latin typeface="Calibri"/>
              </a:rPr>
              <a:t>neo4j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560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6 concepts · 6 states · 7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89864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the reference. Sources are 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23774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5E75"/>
                </a:solidFill>
                <a:latin typeface="Calibri"/>
              </a:rPr>
              <a:t>composite26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74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25 concepts · 25 states · 57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1304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the signed CLD. Sources are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43400"/>
            <a:ext cx="23774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5E75"/>
                </a:solidFill>
                <a:latin typeface="Calibri"/>
              </a:rPr>
              <a:t>aspects16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389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24 concepts · 25 states · 70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72744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the 16 drawings. Sources are topics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11183112" cy="868680"/>
          </a:xfrm>
          <a:prstGeom prst="rect">
            <a:avLst/>
          </a:prstGeom>
          <a:solidFill>
            <a:srgbClr val="FFFBEB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92400E"/>
                </a:solidFill>
                <a:latin typeface="Calibri"/>
              </a:rPr>
              <a:t>If a lens ever needs different queries for the bigger graph, the architecture was not proven at n=6 — and we would rather know that now than at n=260.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six-node reference is hand-written, small enough to check by eye, and exercises every layer at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Four levels, and where an edge attaches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600200" cy="530352"/>
          </a:xfrm>
          <a:prstGeom prst="rect">
            <a:avLst/>
          </a:prstGeom>
          <a:solidFill>
            <a:srgbClr val="CFFAFE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2807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5E75"/>
                </a:solidFill>
                <a:latin typeface="Calibri"/>
              </a:rP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65376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eight. A node, generated from families.js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41448"/>
            <a:ext cx="1600200" cy="530352"/>
          </a:xfrm>
          <a:prstGeom prst="rect">
            <a:avLst/>
          </a:prstGeom>
          <a:solidFill>
            <a:srgbClr val="CFFAFE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5117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5E75"/>
                </a:solidFill>
                <a:latin typeface="Calibri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2374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 merge key — what two drawings agree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99815"/>
            <a:ext cx="1600200" cy="530352"/>
          </a:xfrm>
          <a:prstGeom prst="rect">
            <a:avLst/>
          </a:prstGeom>
          <a:solidFill>
            <a:srgbClr val="CFFAFE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09544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5E75"/>
                </a:solidFill>
                <a:latin typeface="Calibri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182111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way the concept is measured. A NODE, because there can be several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58184"/>
            <a:ext cx="1600200" cy="530352"/>
          </a:xfrm>
          <a:prstGeom prst="rect">
            <a:avLst/>
          </a:prstGeom>
          <a:solidFill>
            <a:srgbClr val="CFFAFE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679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5E75"/>
                </a:solidFill>
                <a:latin typeface="Calibri"/>
              </a:rPr>
              <a:t>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404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thing that happened, with a date and a place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11183112" cy="1554480"/>
          </a:xfrm>
          <a:prstGeom prst="rect">
            <a:avLst/>
          </a:prstGeom>
          <a:solidFill>
            <a:srgbClr val="ECFE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155E75"/>
                </a:solidFill>
                <a:latin typeface="Calibri"/>
              </a:rPr>
              <a:t>Causal edges join STATES. Structural edges join CONCEPTS.</a:t>
            </a:r>
          </a:p>
          <a:p>
            <a:pPr algn="ctr"/>
            <a:r>
              <a:rPr sz="1500" b="0">
                <a:solidFill>
                  <a:srgbClr val="0F172A"/>
                </a:solidFill>
                <a:latin typeface="Calibri"/>
              </a:rPr>
              <a:t>“Coherence of PURPOSE raises Effectiveness of ORG” is about measured quantities. “an Org exists for a Purpose” is true however effective that org is. Push the second down to states and it says something nobody meant.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 state is a node, not a property, because a concept can be measured several ways at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E75"/>
                </a:solidFill>
                <a:latin typeface="Calibri"/>
              </a:rPr>
              <a:t>WHAT IT REFUSES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The refusals are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Store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77393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where a node sits belongs to a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96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Store what it can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48716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gold, family colour, a family’s 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95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Infer what only a human knows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2004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nothing separates a person from a topic in a list of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22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95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Guess a relation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91363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17 edges have none. They are counted and left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36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08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Let one save delete another’s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62686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retract, then re-assert. An empty save deletes 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Be edited in the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34009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families are generated copies. An edit there vanishes silently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Every refusal exists because the alternative shipped once and looked like working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1B1B"/>
                </a:solidFill>
                <a:latin typeface="Calibri"/>
              </a:rPr>
              <a:t>WHAT THE RULE HAS CAUGHT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Each of these looked like working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 silent success that drew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77393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coordinates left out; a clean load of 6 nodes, an empty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 diff nobody would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48716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44 insertions for a one-character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8211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 merge key that did not 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2004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Active Goal vs ActiveGoal — one concept, two nodes, never gold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534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 concept holding one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91363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two states of Affect; string length decided which survived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0857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 save that would have deleted every causal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62686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three drawings previewed ZERO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2180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An invented self-loop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34009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merging two placements turned an edge between them into a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11183112" cy="548640"/>
          </a:xfrm>
          <a:prstGeom prst="rect">
            <a:avLst/>
          </a:prstGeom>
          <a:solidFill>
            <a:srgbClr val="FEE2E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991B1B"/>
                </a:solidFill>
                <a:latin typeface="Calibri"/>
              </a:rPr>
              <a:t>The last one never reached disk because all sixteen files were previewed before anything was written.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FAFE"/>
                </a:solidFill>
                <a:latin typeface="Calibri"/>
              </a:rPr>
              <a:t>THE BET UNDERNEATH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neighborhood cannot reason about itself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while every tool holds a private copy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of the same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FAFE"/>
                </a:solidFill>
                <a:latin typeface="Calibri"/>
              </a:rPr>
              <a:t>Put the meaning in one graph. Keep the appearance in the files people actually drew. Compute everything computable, and refuse to guess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  <a:latin typeface="Calibri"/>
              </a:rPr>
              <a:t>Six lenses so far. The next one costs a query, not an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substrate/api.py  ·  port 8768  ·  Introduction · User Manual · README · ROUND-TRIP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